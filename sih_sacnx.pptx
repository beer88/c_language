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1CBD5CE-261A-4C00-9D92-A1053CFC580A}" v="99" dt="2026-09-03T12:28:19.760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>
      <p:cViewPr varScale="1">
        <p:scale>
          <a:sx n="78" d="100"/>
          <a:sy n="78" d="100"/>
        </p:scale>
        <p:origin x="878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rmanishray2006@gmail.com" userId="e87a723905fd67ed" providerId="LiveId" clId="{4801BBFA-2846-4B7A-B665-DCB47D6867AC}"/>
    <pc:docChg chg="undo custSel addSld delSld modSld">
      <pc:chgData name="mrmanishray2006@gmail.com" userId="e87a723905fd67ed" providerId="LiveId" clId="{4801BBFA-2846-4B7A-B665-DCB47D6867AC}" dt="2026-09-03T12:28:19.760" v="2009"/>
      <pc:docMkLst>
        <pc:docMk/>
      </pc:docMkLst>
      <pc:sldChg chg="addSp modSp mod">
        <pc:chgData name="mrmanishray2006@gmail.com" userId="e87a723905fd67ed" providerId="LiveId" clId="{4801BBFA-2846-4B7A-B665-DCB47D6867AC}" dt="2026-09-03T12:28:19.760" v="2009"/>
        <pc:sldMkLst>
          <pc:docMk/>
          <pc:sldMk cId="0" sldId="256"/>
        </pc:sldMkLst>
        <pc:spChg chg="mod">
          <ac:chgData name="mrmanishray2006@gmail.com" userId="e87a723905fd67ed" providerId="LiveId" clId="{4801BBFA-2846-4B7A-B665-DCB47D6867AC}" dt="2026-09-03T12:28:19.760" v="2009"/>
          <ac:spMkLst>
            <pc:docMk/>
            <pc:sldMk cId="0" sldId="256"/>
            <ac:spMk id="6" creationId="{00000000-0000-0000-0000-000000000000}"/>
          </ac:spMkLst>
        </pc:spChg>
        <pc:picChg chg="add mod">
          <ac:chgData name="mrmanishray2006@gmail.com" userId="e87a723905fd67ed" providerId="LiveId" clId="{4801BBFA-2846-4B7A-B665-DCB47D6867AC}" dt="2026-09-03T12:27:37.178" v="2008" actId="14100"/>
          <ac:picMkLst>
            <pc:docMk/>
            <pc:sldMk cId="0" sldId="256"/>
            <ac:picMk id="9" creationId="{63E16A1A-2083-2C9F-1678-A3B012193C60}"/>
          </ac:picMkLst>
        </pc:picChg>
      </pc:sldChg>
      <pc:sldChg chg="addSp delSp modSp mod">
        <pc:chgData name="mrmanishray2006@gmail.com" userId="e87a723905fd67ed" providerId="LiveId" clId="{4801BBFA-2846-4B7A-B665-DCB47D6867AC}" dt="2026-09-03T12:23:43.029" v="1971" actId="1035"/>
        <pc:sldMkLst>
          <pc:docMk/>
          <pc:sldMk cId="0" sldId="257"/>
        </pc:sldMkLst>
        <pc:spChg chg="mod">
          <ac:chgData name="mrmanishray2006@gmail.com" userId="e87a723905fd67ed" providerId="LiveId" clId="{4801BBFA-2846-4B7A-B665-DCB47D6867AC}" dt="2026-09-01T14:52:24.342" v="26" actId="1076"/>
          <ac:spMkLst>
            <pc:docMk/>
            <pc:sldMk cId="0" sldId="257"/>
            <ac:spMk id="2" creationId="{00000000-0000-0000-0000-000000000000}"/>
          </ac:spMkLst>
        </pc:spChg>
        <pc:spChg chg="mod">
          <ac:chgData name="mrmanishray2006@gmail.com" userId="e87a723905fd67ed" providerId="LiveId" clId="{4801BBFA-2846-4B7A-B665-DCB47D6867AC}" dt="2026-09-01T15:12:55.476" v="145" actId="14100"/>
          <ac:spMkLst>
            <pc:docMk/>
            <pc:sldMk cId="0" sldId="257"/>
            <ac:spMk id="3" creationId="{00000000-0000-0000-0000-000000000000}"/>
          </ac:spMkLst>
        </pc:spChg>
        <pc:spChg chg="mod">
          <ac:chgData name="mrmanishray2006@gmail.com" userId="e87a723905fd67ed" providerId="LiveId" clId="{4801BBFA-2846-4B7A-B665-DCB47D6867AC}" dt="2026-09-03T11:23:56.881" v="1723" actId="14100"/>
          <ac:spMkLst>
            <pc:docMk/>
            <pc:sldMk cId="0" sldId="257"/>
            <ac:spMk id="4" creationId="{00000000-0000-0000-0000-000000000000}"/>
          </ac:spMkLst>
        </pc:spChg>
        <pc:spChg chg="add mod">
          <ac:chgData name="mrmanishray2006@gmail.com" userId="e87a723905fd67ed" providerId="LiveId" clId="{4801BBFA-2846-4B7A-B665-DCB47D6867AC}" dt="2026-09-03T12:23:43.029" v="1971" actId="1035"/>
          <ac:spMkLst>
            <pc:docMk/>
            <pc:sldMk cId="0" sldId="257"/>
            <ac:spMk id="5" creationId="{A39CEA53-B500-23BD-0388-B24879C8D199}"/>
          </ac:spMkLst>
        </pc:spChg>
        <pc:picChg chg="add mod">
          <ac:chgData name="mrmanishray2006@gmail.com" userId="e87a723905fd67ed" providerId="LiveId" clId="{4801BBFA-2846-4B7A-B665-DCB47D6867AC}" dt="2026-09-01T15:31:21.462" v="179" actId="14100"/>
          <ac:picMkLst>
            <pc:docMk/>
            <pc:sldMk cId="0" sldId="257"/>
            <ac:picMk id="14" creationId="{821D16B8-9110-0F79-1681-B5FB952A7511}"/>
          </ac:picMkLst>
        </pc:picChg>
      </pc:sldChg>
      <pc:sldChg chg="addSp delSp modSp mod">
        <pc:chgData name="mrmanishray2006@gmail.com" userId="e87a723905fd67ed" providerId="LiveId" clId="{4801BBFA-2846-4B7A-B665-DCB47D6867AC}" dt="2026-09-03T12:24:17.599" v="1976" actId="1076"/>
        <pc:sldMkLst>
          <pc:docMk/>
          <pc:sldMk cId="0" sldId="258"/>
        </pc:sldMkLst>
        <pc:spChg chg="add del mod">
          <ac:chgData name="mrmanishray2006@gmail.com" userId="e87a723905fd67ed" providerId="LiveId" clId="{4801BBFA-2846-4B7A-B665-DCB47D6867AC}" dt="2026-09-02T15:53:30.620" v="1120" actId="1036"/>
          <ac:spMkLst>
            <pc:docMk/>
            <pc:sldMk cId="0" sldId="258"/>
            <ac:spMk id="2" creationId="{00000000-0000-0000-0000-000000000000}"/>
          </ac:spMkLst>
        </pc:spChg>
        <pc:spChg chg="add mod">
          <ac:chgData name="mrmanishray2006@gmail.com" userId="e87a723905fd67ed" providerId="LiveId" clId="{4801BBFA-2846-4B7A-B665-DCB47D6867AC}" dt="2026-09-03T12:24:17.599" v="1976" actId="1076"/>
          <ac:spMkLst>
            <pc:docMk/>
            <pc:sldMk cId="0" sldId="258"/>
            <ac:spMk id="3" creationId="{3751D2B6-25E9-7B09-4314-EF6BB7559C68}"/>
          </ac:spMkLst>
        </pc:spChg>
        <pc:spChg chg="add del mod">
          <ac:chgData name="mrmanishray2006@gmail.com" userId="e87a723905fd67ed" providerId="LiveId" clId="{4801BBFA-2846-4B7A-B665-DCB47D6867AC}" dt="2026-09-02T04:36:42.504" v="243"/>
          <ac:spMkLst>
            <pc:docMk/>
            <pc:sldMk cId="0" sldId="258"/>
            <ac:spMk id="3" creationId="{8F109BB1-D0EB-271E-5CA5-BBDEADE7697D}"/>
          </ac:spMkLst>
        </pc:spChg>
        <pc:spChg chg="add del mod">
          <ac:chgData name="mrmanishray2006@gmail.com" userId="e87a723905fd67ed" providerId="LiveId" clId="{4801BBFA-2846-4B7A-B665-DCB47D6867AC}" dt="2026-09-01T15:47:05.425" v="202" actId="14100"/>
          <ac:spMkLst>
            <pc:docMk/>
            <pc:sldMk cId="0" sldId="258"/>
            <ac:spMk id="4" creationId="{00000000-0000-0000-0000-000000000000}"/>
          </ac:spMkLst>
        </pc:spChg>
        <pc:spChg chg="add del">
          <ac:chgData name="mrmanishray2006@gmail.com" userId="e87a723905fd67ed" providerId="LiveId" clId="{4801BBFA-2846-4B7A-B665-DCB47D6867AC}" dt="2026-09-01T15:24:08.657" v="165" actId="478"/>
          <ac:spMkLst>
            <pc:docMk/>
            <pc:sldMk cId="0" sldId="258"/>
            <ac:spMk id="7" creationId="{00000000-0000-0000-0000-000000000000}"/>
          </ac:spMkLst>
        </pc:spChg>
        <pc:spChg chg="add del">
          <ac:chgData name="mrmanishray2006@gmail.com" userId="e87a723905fd67ed" providerId="LiveId" clId="{4801BBFA-2846-4B7A-B665-DCB47D6867AC}" dt="2026-09-01T15:24:08.657" v="165" actId="478"/>
          <ac:spMkLst>
            <pc:docMk/>
            <pc:sldMk cId="0" sldId="258"/>
            <ac:spMk id="8" creationId="{00000000-0000-0000-0000-000000000000}"/>
          </ac:spMkLst>
        </pc:spChg>
        <pc:spChg chg="add mod">
          <ac:chgData name="mrmanishray2006@gmail.com" userId="e87a723905fd67ed" providerId="LiveId" clId="{4801BBFA-2846-4B7A-B665-DCB47D6867AC}" dt="2026-09-02T08:17:54.772" v="587" actId="1036"/>
          <ac:spMkLst>
            <pc:docMk/>
            <pc:sldMk cId="0" sldId="258"/>
            <ac:spMk id="10" creationId="{CFFA5AAC-D0C8-5577-7C08-BAF6D7C9004F}"/>
          </ac:spMkLst>
        </pc:spChg>
        <pc:spChg chg="add del mod">
          <ac:chgData name="mrmanishray2006@gmail.com" userId="e87a723905fd67ed" providerId="LiveId" clId="{4801BBFA-2846-4B7A-B665-DCB47D6867AC}" dt="2026-09-02T08:24:02.012" v="614"/>
          <ac:spMkLst>
            <pc:docMk/>
            <pc:sldMk cId="0" sldId="258"/>
            <ac:spMk id="11" creationId="{A7BA1D4D-0611-0541-9CCA-07D2583881E1}"/>
          </ac:spMkLst>
        </pc:spChg>
        <pc:spChg chg="add del mod">
          <ac:chgData name="mrmanishray2006@gmail.com" userId="e87a723905fd67ed" providerId="LiveId" clId="{4801BBFA-2846-4B7A-B665-DCB47D6867AC}" dt="2026-09-02T05:53:14.428" v="349" actId="478"/>
          <ac:spMkLst>
            <pc:docMk/>
            <pc:sldMk cId="0" sldId="258"/>
            <ac:spMk id="11" creationId="{F4C2CE4F-BB58-6BE0-08EF-C021C15097F1}"/>
          </ac:spMkLst>
        </pc:spChg>
        <pc:spChg chg="add del mod">
          <ac:chgData name="mrmanishray2006@gmail.com" userId="e87a723905fd67ed" providerId="LiveId" clId="{4801BBFA-2846-4B7A-B665-DCB47D6867AC}" dt="2026-09-02T05:53:52.800" v="353"/>
          <ac:spMkLst>
            <pc:docMk/>
            <pc:sldMk cId="0" sldId="258"/>
            <ac:spMk id="12" creationId="{284B23B2-0D3C-43D3-CA30-A454ADDA3DD1}"/>
          </ac:spMkLst>
        </pc:spChg>
        <pc:spChg chg="add mod">
          <ac:chgData name="mrmanishray2006@gmail.com" userId="e87a723905fd67ed" providerId="LiveId" clId="{4801BBFA-2846-4B7A-B665-DCB47D6867AC}" dt="2026-09-02T14:46:03.021" v="677" actId="1035"/>
          <ac:spMkLst>
            <pc:docMk/>
            <pc:sldMk cId="0" sldId="258"/>
            <ac:spMk id="13" creationId="{5CD3C094-31AD-6DF9-DBB5-64A27B7DA3E0}"/>
          </ac:spMkLst>
        </pc:spChg>
        <pc:spChg chg="add del mod">
          <ac:chgData name="mrmanishray2006@gmail.com" userId="e87a723905fd67ed" providerId="LiveId" clId="{4801BBFA-2846-4B7A-B665-DCB47D6867AC}" dt="2026-09-02T05:59:13.803" v="433"/>
          <ac:spMkLst>
            <pc:docMk/>
            <pc:sldMk cId="0" sldId="258"/>
            <ac:spMk id="14" creationId="{CC307140-9BCA-7D79-1934-37B733273230}"/>
          </ac:spMkLst>
        </pc:spChg>
        <pc:spChg chg="add del mod">
          <ac:chgData name="mrmanishray2006@gmail.com" userId="e87a723905fd67ed" providerId="LiveId" clId="{4801BBFA-2846-4B7A-B665-DCB47D6867AC}" dt="2026-09-02T08:25:48.930" v="626"/>
          <ac:spMkLst>
            <pc:docMk/>
            <pc:sldMk cId="0" sldId="258"/>
            <ac:spMk id="19" creationId="{FB2A4437-6707-2EEF-A676-8F16ABCB00F9}"/>
          </ac:spMkLst>
        </pc:spChg>
        <pc:spChg chg="add mod ord">
          <ac:chgData name="mrmanishray2006@gmail.com" userId="e87a723905fd67ed" providerId="LiveId" clId="{4801BBFA-2846-4B7A-B665-DCB47D6867AC}" dt="2026-09-02T18:19:06.103" v="1383" actId="113"/>
          <ac:spMkLst>
            <pc:docMk/>
            <pc:sldMk cId="0" sldId="258"/>
            <ac:spMk id="21" creationId="{D4E511C0-040F-509B-E7F8-EB6E11FD2A45}"/>
          </ac:spMkLst>
        </pc:spChg>
        <pc:spChg chg="add mod">
          <ac:chgData name="mrmanishray2006@gmail.com" userId="e87a723905fd67ed" providerId="LiveId" clId="{4801BBFA-2846-4B7A-B665-DCB47D6867AC}" dt="2026-09-03T10:48:09.832" v="1509" actId="1038"/>
          <ac:spMkLst>
            <pc:docMk/>
            <pc:sldMk cId="0" sldId="258"/>
            <ac:spMk id="24" creationId="{C038A19E-BA81-409E-DEAE-0FF011FF4964}"/>
          </ac:spMkLst>
        </pc:spChg>
        <pc:spChg chg="add del mod">
          <ac:chgData name="mrmanishray2006@gmail.com" userId="e87a723905fd67ed" providerId="LiveId" clId="{4801BBFA-2846-4B7A-B665-DCB47D6867AC}" dt="2026-09-02T18:32:08.041" v="1482"/>
          <ac:spMkLst>
            <pc:docMk/>
            <pc:sldMk cId="0" sldId="258"/>
            <ac:spMk id="25" creationId="{01F8569C-DF52-6E31-C54F-A9D22052A3F7}"/>
          </ac:spMkLst>
        </pc:spChg>
        <pc:grpChg chg="del mod">
          <ac:chgData name="mrmanishray2006@gmail.com" userId="e87a723905fd67ed" providerId="LiveId" clId="{4801BBFA-2846-4B7A-B665-DCB47D6867AC}" dt="2026-09-02T04:36:42.482" v="241" actId="478"/>
          <ac:grpSpMkLst>
            <pc:docMk/>
            <pc:sldMk cId="0" sldId="258"/>
            <ac:grpSpMk id="20" creationId="{7935D96A-696D-E3CB-A32F-14A57F509988}"/>
          </ac:grpSpMkLst>
        </pc:grpChg>
        <pc:picChg chg="add mod modCrop">
          <ac:chgData name="mrmanishray2006@gmail.com" userId="e87a723905fd67ed" providerId="LiveId" clId="{4801BBFA-2846-4B7A-B665-DCB47D6867AC}" dt="2026-09-02T08:25:11.896" v="622" actId="1037"/>
          <ac:picMkLst>
            <pc:docMk/>
            <pc:sldMk cId="0" sldId="258"/>
            <ac:picMk id="5" creationId="{6B6548B9-F534-13B4-6B6C-101339C4377D}"/>
          </ac:picMkLst>
        </pc:picChg>
        <pc:picChg chg="add del mod">
          <ac:chgData name="mrmanishray2006@gmail.com" userId="e87a723905fd67ed" providerId="LiveId" clId="{4801BBFA-2846-4B7A-B665-DCB47D6867AC}" dt="2026-09-01T15:46:59.463" v="201" actId="1076"/>
          <ac:picMkLst>
            <pc:docMk/>
            <pc:sldMk cId="0" sldId="258"/>
            <ac:picMk id="6" creationId="{00000000-0000-0000-0000-000000000000}"/>
          </ac:picMkLst>
        </pc:picChg>
        <pc:picChg chg="add mod modCrop">
          <ac:chgData name="mrmanishray2006@gmail.com" userId="e87a723905fd67ed" providerId="LiveId" clId="{4801BBFA-2846-4B7A-B665-DCB47D6867AC}" dt="2026-09-02T15:54:06.271" v="1133" actId="1036"/>
          <ac:picMkLst>
            <pc:docMk/>
            <pc:sldMk cId="0" sldId="258"/>
            <ac:picMk id="9" creationId="{E0280712-43DE-5EC7-06AA-433CB575937F}"/>
          </ac:picMkLst>
        </pc:picChg>
        <pc:picChg chg="add mod">
          <ac:chgData name="mrmanishray2006@gmail.com" userId="e87a723905fd67ed" providerId="LiveId" clId="{4801BBFA-2846-4B7A-B665-DCB47D6867AC}" dt="2026-09-02T08:24:29.107" v="620" actId="1440"/>
          <ac:picMkLst>
            <pc:docMk/>
            <pc:sldMk cId="0" sldId="258"/>
            <ac:picMk id="14" creationId="{F36FE55E-3B99-2A51-8A5D-BD231327D244}"/>
          </ac:picMkLst>
        </pc:picChg>
        <pc:picChg chg="add mod modCrop">
          <ac:chgData name="mrmanishray2006@gmail.com" userId="e87a723905fd67ed" providerId="LiveId" clId="{4801BBFA-2846-4B7A-B665-DCB47D6867AC}" dt="2026-09-02T08:21:25.796" v="611" actId="14100"/>
          <ac:picMkLst>
            <pc:docMk/>
            <pc:sldMk cId="0" sldId="258"/>
            <ac:picMk id="16" creationId="{D357D068-3EE7-AD77-85CD-69E82FC51628}"/>
          </ac:picMkLst>
        </pc:picChg>
        <pc:picChg chg="add mod">
          <ac:chgData name="mrmanishray2006@gmail.com" userId="e87a723905fd67ed" providerId="LiveId" clId="{4801BBFA-2846-4B7A-B665-DCB47D6867AC}" dt="2026-09-02T18:20:34.308" v="1385" actId="1076"/>
          <ac:picMkLst>
            <pc:docMk/>
            <pc:sldMk cId="0" sldId="258"/>
            <ac:picMk id="17" creationId="{57CAE7B1-90A9-508E-32E8-0DD6CCE38A74}"/>
          </ac:picMkLst>
        </pc:picChg>
        <pc:picChg chg="add mod">
          <ac:chgData name="mrmanishray2006@gmail.com" userId="e87a723905fd67ed" providerId="LiveId" clId="{4801BBFA-2846-4B7A-B665-DCB47D6867AC}" dt="2026-09-02T08:20:56.692" v="601" actId="14100"/>
          <ac:picMkLst>
            <pc:docMk/>
            <pc:sldMk cId="0" sldId="258"/>
            <ac:picMk id="18" creationId="{C274D21F-5097-F1E6-9E31-C2D9E8D85E9F}"/>
          </ac:picMkLst>
        </pc:picChg>
        <pc:picChg chg="add mod ord">
          <ac:chgData name="mrmanishray2006@gmail.com" userId="e87a723905fd67ed" providerId="LiveId" clId="{4801BBFA-2846-4B7A-B665-DCB47D6867AC}" dt="2026-09-02T18:24:08.513" v="1464" actId="1038"/>
          <ac:picMkLst>
            <pc:docMk/>
            <pc:sldMk cId="0" sldId="258"/>
            <ac:picMk id="22" creationId="{FBE14CEA-384A-A08E-5D1A-B68E479D6DEF}"/>
          </ac:picMkLst>
        </pc:picChg>
      </pc:sldChg>
      <pc:sldChg chg="addSp delSp modSp mod">
        <pc:chgData name="mrmanishray2006@gmail.com" userId="e87a723905fd67ed" providerId="LiveId" clId="{4801BBFA-2846-4B7A-B665-DCB47D6867AC}" dt="2026-09-03T12:24:42.508" v="1983" actId="1035"/>
        <pc:sldMkLst>
          <pc:docMk/>
          <pc:sldMk cId="0" sldId="259"/>
        </pc:sldMkLst>
        <pc:spChg chg="mod">
          <ac:chgData name="mrmanishray2006@gmail.com" userId="e87a723905fd67ed" providerId="LiveId" clId="{4801BBFA-2846-4B7A-B665-DCB47D6867AC}" dt="2026-09-01T17:19:44.426" v="237" actId="1076"/>
          <ac:spMkLst>
            <pc:docMk/>
            <pc:sldMk cId="0" sldId="259"/>
            <ac:spMk id="2" creationId="{00000000-0000-0000-0000-000000000000}"/>
          </ac:spMkLst>
        </pc:spChg>
        <pc:spChg chg="add mod">
          <ac:chgData name="mrmanishray2006@gmail.com" userId="e87a723905fd67ed" providerId="LiveId" clId="{4801BBFA-2846-4B7A-B665-DCB47D6867AC}" dt="2026-09-03T10:40:54.311" v="1506" actId="1038"/>
          <ac:spMkLst>
            <pc:docMk/>
            <pc:sldMk cId="0" sldId="259"/>
            <ac:spMk id="3" creationId="{4BA15F22-9C55-9445-CE8D-EFBFA9442029}"/>
          </ac:spMkLst>
        </pc:spChg>
        <pc:spChg chg="mod">
          <ac:chgData name="mrmanishray2006@gmail.com" userId="e87a723905fd67ed" providerId="LiveId" clId="{4801BBFA-2846-4B7A-B665-DCB47D6867AC}" dt="2026-09-03T12:24:42.508" v="1983" actId="1035"/>
          <ac:spMkLst>
            <pc:docMk/>
            <pc:sldMk cId="0" sldId="259"/>
            <ac:spMk id="4" creationId="{00000000-0000-0000-0000-000000000000}"/>
          </ac:spMkLst>
        </pc:spChg>
        <pc:spChg chg="del mod">
          <ac:chgData name="mrmanishray2006@gmail.com" userId="e87a723905fd67ed" providerId="LiveId" clId="{4801BBFA-2846-4B7A-B665-DCB47D6867AC}" dt="2026-09-02T04:50:07.684" v="291"/>
          <ac:spMkLst>
            <pc:docMk/>
            <pc:sldMk cId="0" sldId="259"/>
            <ac:spMk id="5" creationId="{00000000-0000-0000-0000-000000000000}"/>
          </ac:spMkLst>
        </pc:spChg>
        <pc:spChg chg="add mod">
          <ac:chgData name="mrmanishray2006@gmail.com" userId="e87a723905fd67ed" providerId="LiveId" clId="{4801BBFA-2846-4B7A-B665-DCB47D6867AC}" dt="2026-09-03T12:24:36.510" v="1980" actId="1076"/>
          <ac:spMkLst>
            <pc:docMk/>
            <pc:sldMk cId="0" sldId="259"/>
            <ac:spMk id="5" creationId="{8880F71E-148E-E6B1-0454-DFEB1F5BC652}"/>
          </ac:spMkLst>
        </pc:spChg>
        <pc:spChg chg="mod">
          <ac:chgData name="mrmanishray2006@gmail.com" userId="e87a723905fd67ed" providerId="LiveId" clId="{4801BBFA-2846-4B7A-B665-DCB47D6867AC}" dt="2026-09-02T15:04:38.938" v="693"/>
          <ac:spMkLst>
            <pc:docMk/>
            <pc:sldMk cId="0" sldId="259"/>
            <ac:spMk id="21" creationId="{8C4A47DE-8C1C-E2E2-D2A6-64EC7A7DC748}"/>
          </ac:spMkLst>
        </pc:spChg>
        <pc:spChg chg="mod">
          <ac:chgData name="mrmanishray2006@gmail.com" userId="e87a723905fd67ed" providerId="LiveId" clId="{4801BBFA-2846-4B7A-B665-DCB47D6867AC}" dt="2026-09-02T15:04:38.938" v="693"/>
          <ac:spMkLst>
            <pc:docMk/>
            <pc:sldMk cId="0" sldId="259"/>
            <ac:spMk id="24" creationId="{6F30C27F-0F2E-B15F-3C2A-F467EC94DF57}"/>
          </ac:spMkLst>
        </pc:spChg>
        <pc:spChg chg="mod">
          <ac:chgData name="mrmanishray2006@gmail.com" userId="e87a723905fd67ed" providerId="LiveId" clId="{4801BBFA-2846-4B7A-B665-DCB47D6867AC}" dt="2026-09-02T15:04:38.938" v="693"/>
          <ac:spMkLst>
            <pc:docMk/>
            <pc:sldMk cId="0" sldId="259"/>
            <ac:spMk id="26" creationId="{EB711C86-60CF-4864-73DF-CED23DC61E0C}"/>
          </ac:spMkLst>
        </pc:spChg>
        <pc:spChg chg="mod">
          <ac:chgData name="mrmanishray2006@gmail.com" userId="e87a723905fd67ed" providerId="LiveId" clId="{4801BBFA-2846-4B7A-B665-DCB47D6867AC}" dt="2026-09-02T15:04:38.938" v="693"/>
          <ac:spMkLst>
            <pc:docMk/>
            <pc:sldMk cId="0" sldId="259"/>
            <ac:spMk id="28" creationId="{A5062C2D-D6DE-8FEE-F1C8-749CC2C4F0A8}"/>
          </ac:spMkLst>
        </pc:spChg>
        <pc:spChg chg="mod">
          <ac:chgData name="mrmanishray2006@gmail.com" userId="e87a723905fd67ed" providerId="LiveId" clId="{4801BBFA-2846-4B7A-B665-DCB47D6867AC}" dt="2026-09-02T15:04:38.938" v="693"/>
          <ac:spMkLst>
            <pc:docMk/>
            <pc:sldMk cId="0" sldId="259"/>
            <ac:spMk id="30" creationId="{21953178-6225-F6D8-EEA4-A8B29249D494}"/>
          </ac:spMkLst>
        </pc:spChg>
        <pc:spChg chg="mod">
          <ac:chgData name="mrmanishray2006@gmail.com" userId="e87a723905fd67ed" providerId="LiveId" clId="{4801BBFA-2846-4B7A-B665-DCB47D6867AC}" dt="2026-09-02T15:04:38.938" v="693"/>
          <ac:spMkLst>
            <pc:docMk/>
            <pc:sldMk cId="0" sldId="259"/>
            <ac:spMk id="35" creationId="{6E481C8F-118B-D0C2-AF02-B5FE1DA0F6DB}"/>
          </ac:spMkLst>
        </pc:spChg>
        <pc:spChg chg="mod">
          <ac:chgData name="mrmanishray2006@gmail.com" userId="e87a723905fd67ed" providerId="LiveId" clId="{4801BBFA-2846-4B7A-B665-DCB47D6867AC}" dt="2026-09-02T15:04:38.938" v="693"/>
          <ac:spMkLst>
            <pc:docMk/>
            <pc:sldMk cId="0" sldId="259"/>
            <ac:spMk id="39" creationId="{BD24D3B6-9B73-E11F-C60C-0E7549406C32}"/>
          </ac:spMkLst>
        </pc:spChg>
        <pc:spChg chg="mod">
          <ac:chgData name="mrmanishray2006@gmail.com" userId="e87a723905fd67ed" providerId="LiveId" clId="{4801BBFA-2846-4B7A-B665-DCB47D6867AC}" dt="2026-09-02T15:04:38.938" v="693"/>
          <ac:spMkLst>
            <pc:docMk/>
            <pc:sldMk cId="0" sldId="259"/>
            <ac:spMk id="42" creationId="{F323F1A3-4A31-2E27-18C1-12D76758728F}"/>
          </ac:spMkLst>
        </pc:spChg>
        <pc:spChg chg="mod">
          <ac:chgData name="mrmanishray2006@gmail.com" userId="e87a723905fd67ed" providerId="LiveId" clId="{4801BBFA-2846-4B7A-B665-DCB47D6867AC}" dt="2026-09-02T15:04:38.938" v="693"/>
          <ac:spMkLst>
            <pc:docMk/>
            <pc:sldMk cId="0" sldId="259"/>
            <ac:spMk id="44" creationId="{B307C965-06E3-018A-D7B2-005461E98156}"/>
          </ac:spMkLst>
        </pc:spChg>
        <pc:spChg chg="mod">
          <ac:chgData name="mrmanishray2006@gmail.com" userId="e87a723905fd67ed" providerId="LiveId" clId="{4801BBFA-2846-4B7A-B665-DCB47D6867AC}" dt="2026-09-02T15:04:38.938" v="693"/>
          <ac:spMkLst>
            <pc:docMk/>
            <pc:sldMk cId="0" sldId="259"/>
            <ac:spMk id="48" creationId="{457F5F7A-2F8C-3AA1-F299-972A11075EDA}"/>
          </ac:spMkLst>
        </pc:spChg>
        <pc:spChg chg="add mod">
          <ac:chgData name="mrmanishray2006@gmail.com" userId="e87a723905fd67ed" providerId="LiveId" clId="{4801BBFA-2846-4B7A-B665-DCB47D6867AC}" dt="2026-09-02T15:07:41.201" v="719" actId="1036"/>
          <ac:spMkLst>
            <pc:docMk/>
            <pc:sldMk cId="0" sldId="259"/>
            <ac:spMk id="55" creationId="{0B3CD693-108E-7781-5DDC-FEA0695B2824}"/>
          </ac:spMkLst>
        </pc:spChg>
        <pc:spChg chg="add del">
          <ac:chgData name="mrmanishray2006@gmail.com" userId="e87a723905fd67ed" providerId="LiveId" clId="{4801BBFA-2846-4B7A-B665-DCB47D6867AC}" dt="2026-09-02T15:10:09.899" v="724" actId="22"/>
          <ac:spMkLst>
            <pc:docMk/>
            <pc:sldMk cId="0" sldId="259"/>
            <ac:spMk id="57" creationId="{4A2F6E6C-0721-BA89-777B-A16C14C2A080}"/>
          </ac:spMkLst>
        </pc:spChg>
        <pc:spChg chg="add mod">
          <ac:chgData name="mrmanishray2006@gmail.com" userId="e87a723905fd67ed" providerId="LiveId" clId="{4801BBFA-2846-4B7A-B665-DCB47D6867AC}" dt="2026-09-02T15:17:11.938" v="802" actId="1076"/>
          <ac:spMkLst>
            <pc:docMk/>
            <pc:sldMk cId="0" sldId="259"/>
            <ac:spMk id="59" creationId="{F7997C25-3C27-8476-D1A4-C4958F826CFF}"/>
          </ac:spMkLst>
        </pc:spChg>
        <pc:spChg chg="add del mod">
          <ac:chgData name="mrmanishray2006@gmail.com" userId="e87a723905fd67ed" providerId="LiveId" clId="{4801BBFA-2846-4B7A-B665-DCB47D6867AC}" dt="2026-09-02T15:11:36.572" v="745" actId="478"/>
          <ac:spMkLst>
            <pc:docMk/>
            <pc:sldMk cId="0" sldId="259"/>
            <ac:spMk id="61" creationId="{45C7E21D-F05F-EBCA-909E-13EAA67AEB51}"/>
          </ac:spMkLst>
        </pc:spChg>
        <pc:spChg chg="add mod">
          <ac:chgData name="mrmanishray2006@gmail.com" userId="e87a723905fd67ed" providerId="LiveId" clId="{4801BBFA-2846-4B7A-B665-DCB47D6867AC}" dt="2026-09-02T15:12:34.574" v="756" actId="1076"/>
          <ac:spMkLst>
            <pc:docMk/>
            <pc:sldMk cId="0" sldId="259"/>
            <ac:spMk id="63" creationId="{3FBCD3B5-5C34-E315-F3C3-1F751E6DFAB5}"/>
          </ac:spMkLst>
        </pc:spChg>
        <pc:spChg chg="add mod">
          <ac:chgData name="mrmanishray2006@gmail.com" userId="e87a723905fd67ed" providerId="LiveId" clId="{4801BBFA-2846-4B7A-B665-DCB47D6867AC}" dt="2026-09-02T15:13:22.085" v="768" actId="1035"/>
          <ac:spMkLst>
            <pc:docMk/>
            <pc:sldMk cId="0" sldId="259"/>
            <ac:spMk id="65" creationId="{D398F2BB-ADD5-C7D1-4897-B757654E6DF9}"/>
          </ac:spMkLst>
        </pc:spChg>
        <pc:spChg chg="add del mod">
          <ac:chgData name="mrmanishray2006@gmail.com" userId="e87a723905fd67ed" providerId="LiveId" clId="{4801BBFA-2846-4B7A-B665-DCB47D6867AC}" dt="2026-09-02T15:14:49.318" v="787"/>
          <ac:spMkLst>
            <pc:docMk/>
            <pc:sldMk cId="0" sldId="259"/>
            <ac:spMk id="68" creationId="{2BE89449-AA7B-C76E-02B7-18171D396E9C}"/>
          </ac:spMkLst>
        </pc:spChg>
        <pc:spChg chg="add mod">
          <ac:chgData name="mrmanishray2006@gmail.com" userId="e87a723905fd67ed" providerId="LiveId" clId="{4801BBFA-2846-4B7A-B665-DCB47D6867AC}" dt="2026-09-02T15:21:25.926" v="847" actId="1038"/>
          <ac:spMkLst>
            <pc:docMk/>
            <pc:sldMk cId="0" sldId="259"/>
            <ac:spMk id="74" creationId="{7648F9AA-D39D-2495-7A88-BFA7CA32E11C}"/>
          </ac:spMkLst>
        </pc:spChg>
        <pc:spChg chg="add mod">
          <ac:chgData name="mrmanishray2006@gmail.com" userId="e87a723905fd67ed" providerId="LiveId" clId="{4801BBFA-2846-4B7A-B665-DCB47D6867AC}" dt="2026-09-02T15:21:18.228" v="845" actId="14100"/>
          <ac:spMkLst>
            <pc:docMk/>
            <pc:sldMk cId="0" sldId="259"/>
            <ac:spMk id="76" creationId="{E17E2973-68ED-3195-D965-E004B4BD609E}"/>
          </ac:spMkLst>
        </pc:spChg>
        <pc:spChg chg="add mod">
          <ac:chgData name="mrmanishray2006@gmail.com" userId="e87a723905fd67ed" providerId="LiveId" clId="{4801BBFA-2846-4B7A-B665-DCB47D6867AC}" dt="2026-09-02T15:19:14.484" v="827" actId="1076"/>
          <ac:spMkLst>
            <pc:docMk/>
            <pc:sldMk cId="0" sldId="259"/>
            <ac:spMk id="78" creationId="{51E1D48F-6475-04C7-94F6-9216CF79AB9F}"/>
          </ac:spMkLst>
        </pc:spChg>
        <pc:spChg chg="add mod">
          <ac:chgData name="mrmanishray2006@gmail.com" userId="e87a723905fd67ed" providerId="LiveId" clId="{4801BBFA-2846-4B7A-B665-DCB47D6867AC}" dt="2026-09-02T15:20:22.959" v="839" actId="255"/>
          <ac:spMkLst>
            <pc:docMk/>
            <pc:sldMk cId="0" sldId="259"/>
            <ac:spMk id="82" creationId="{2BD92DB8-3C32-8683-F05E-35611671075B}"/>
          </ac:spMkLst>
        </pc:spChg>
        <pc:spChg chg="add mod">
          <ac:chgData name="mrmanishray2006@gmail.com" userId="e87a723905fd67ed" providerId="LiveId" clId="{4801BBFA-2846-4B7A-B665-DCB47D6867AC}" dt="2026-09-02T15:20:54.872" v="842" actId="14100"/>
          <ac:spMkLst>
            <pc:docMk/>
            <pc:sldMk cId="0" sldId="259"/>
            <ac:spMk id="84" creationId="{F4C12452-B2F7-0221-4268-DF7E7BB2B3BB}"/>
          </ac:spMkLst>
        </pc:spChg>
        <pc:spChg chg="add mod">
          <ac:chgData name="mrmanishray2006@gmail.com" userId="e87a723905fd67ed" providerId="LiveId" clId="{4801BBFA-2846-4B7A-B665-DCB47D6867AC}" dt="2026-09-02T15:34:30.990" v="1058" actId="1037"/>
          <ac:spMkLst>
            <pc:docMk/>
            <pc:sldMk cId="0" sldId="259"/>
            <ac:spMk id="90" creationId="{EF2E4153-8EAA-2237-054F-69CDDD22BB2E}"/>
          </ac:spMkLst>
        </pc:spChg>
        <pc:spChg chg="add mod">
          <ac:chgData name="mrmanishray2006@gmail.com" userId="e87a723905fd67ed" providerId="LiveId" clId="{4801BBFA-2846-4B7A-B665-DCB47D6867AC}" dt="2026-09-02T15:34:22.654" v="1053" actId="1076"/>
          <ac:spMkLst>
            <pc:docMk/>
            <pc:sldMk cId="0" sldId="259"/>
            <ac:spMk id="92" creationId="{98B69EE4-0158-9987-4BB6-630EE225C073}"/>
          </ac:spMkLst>
        </pc:spChg>
        <pc:spChg chg="add mod">
          <ac:chgData name="mrmanishray2006@gmail.com" userId="e87a723905fd67ed" providerId="LiveId" clId="{4801BBFA-2846-4B7A-B665-DCB47D6867AC}" dt="2026-09-02T15:34:16.199" v="1051" actId="1038"/>
          <ac:spMkLst>
            <pc:docMk/>
            <pc:sldMk cId="0" sldId="259"/>
            <ac:spMk id="94" creationId="{39BB4C1A-01E8-EF7A-1C3B-04EEB9BE9BC0}"/>
          </ac:spMkLst>
        </pc:spChg>
        <pc:spChg chg="add mod">
          <ac:chgData name="mrmanishray2006@gmail.com" userId="e87a723905fd67ed" providerId="LiveId" clId="{4801BBFA-2846-4B7A-B665-DCB47D6867AC}" dt="2026-09-02T15:34:06.043" v="1043" actId="1038"/>
          <ac:spMkLst>
            <pc:docMk/>
            <pc:sldMk cId="0" sldId="259"/>
            <ac:spMk id="96" creationId="{6A880D55-7F7B-405B-813B-ECDD70681903}"/>
          </ac:spMkLst>
        </pc:spChg>
        <pc:spChg chg="add mod">
          <ac:chgData name="mrmanishray2006@gmail.com" userId="e87a723905fd67ed" providerId="LiveId" clId="{4801BBFA-2846-4B7A-B665-DCB47D6867AC}" dt="2026-09-02T15:33:57.923" v="1029" actId="14100"/>
          <ac:spMkLst>
            <pc:docMk/>
            <pc:sldMk cId="0" sldId="259"/>
            <ac:spMk id="98" creationId="{CFDBC400-FA89-C212-B373-C0B42ABE3313}"/>
          </ac:spMkLst>
        </pc:spChg>
        <pc:spChg chg="add del mod">
          <ac:chgData name="mrmanishray2006@gmail.com" userId="e87a723905fd67ed" providerId="LiveId" clId="{4801BBFA-2846-4B7A-B665-DCB47D6867AC}" dt="2026-09-02T15:33:41.644" v="1027" actId="478"/>
          <ac:spMkLst>
            <pc:docMk/>
            <pc:sldMk cId="0" sldId="259"/>
            <ac:spMk id="100" creationId="{0E42EC0C-6E37-9EA4-C79B-D0FB8FE35D5E}"/>
          </ac:spMkLst>
        </pc:spChg>
        <pc:spChg chg="add mod">
          <ac:chgData name="mrmanishray2006@gmail.com" userId="e87a723905fd67ed" providerId="LiveId" clId="{4801BBFA-2846-4B7A-B665-DCB47D6867AC}" dt="2026-09-02T17:03:29.066" v="1134" actId="207"/>
          <ac:spMkLst>
            <pc:docMk/>
            <pc:sldMk cId="0" sldId="259"/>
            <ac:spMk id="106" creationId="{36AFB554-3C19-7F46-163E-2C4302F062CD}"/>
          </ac:spMkLst>
        </pc:spChg>
        <pc:spChg chg="add mod">
          <ac:chgData name="mrmanishray2006@gmail.com" userId="e87a723905fd67ed" providerId="LiveId" clId="{4801BBFA-2846-4B7A-B665-DCB47D6867AC}" dt="2026-09-02T17:04:14.234" v="1138" actId="1036"/>
          <ac:spMkLst>
            <pc:docMk/>
            <pc:sldMk cId="0" sldId="259"/>
            <ac:spMk id="108" creationId="{929300B6-6712-C075-D929-A39A94647EE7}"/>
          </ac:spMkLst>
        </pc:spChg>
        <pc:grpChg chg="del mod">
          <ac:chgData name="mrmanishray2006@gmail.com" userId="e87a723905fd67ed" providerId="LiveId" clId="{4801BBFA-2846-4B7A-B665-DCB47D6867AC}" dt="2026-09-02T15:06:34.372" v="708" actId="478"/>
          <ac:grpSpMkLst>
            <pc:docMk/>
            <pc:sldMk cId="0" sldId="259"/>
            <ac:grpSpMk id="5" creationId="{55780444-C738-E525-687F-5BAA101D2493}"/>
          </ac:grpSpMkLst>
        </pc:grpChg>
        <pc:picChg chg="add mod modCrop">
          <ac:chgData name="mrmanishray2006@gmail.com" userId="e87a723905fd67ed" providerId="LiveId" clId="{4801BBFA-2846-4B7A-B665-DCB47D6867AC}" dt="2026-09-02T15:27:35.678" v="949" actId="1076"/>
          <ac:picMkLst>
            <pc:docMk/>
            <pc:sldMk cId="0" sldId="259"/>
            <ac:picMk id="10" creationId="{28EE3EE9-B9E0-67BB-451A-2BB2AA7EE0DA}"/>
          </ac:picMkLst>
        </pc:picChg>
        <pc:picChg chg="add mod">
          <ac:chgData name="mrmanishray2006@gmail.com" userId="e87a723905fd67ed" providerId="LiveId" clId="{4801BBFA-2846-4B7A-B665-DCB47D6867AC}" dt="2026-09-02T15:14:12.025" v="781" actId="1037"/>
          <ac:picMkLst>
            <pc:docMk/>
            <pc:sldMk cId="0" sldId="259"/>
            <ac:picMk id="67" creationId="{9C40BD4E-F978-9EF0-B155-4E22C22B2C0A}"/>
          </ac:picMkLst>
        </pc:picChg>
        <pc:picChg chg="add del mod">
          <ac:chgData name="mrmanishray2006@gmail.com" userId="e87a723905fd67ed" providerId="LiveId" clId="{4801BBFA-2846-4B7A-B665-DCB47D6867AC}" dt="2026-09-02T15:14:49.318" v="785" actId="478"/>
          <ac:picMkLst>
            <pc:docMk/>
            <pc:sldMk cId="0" sldId="259"/>
            <ac:picMk id="70" creationId="{A9A74D19-B451-0233-E64D-E0FBE1BD1597}"/>
          </ac:picMkLst>
        </pc:picChg>
        <pc:picChg chg="add del">
          <ac:chgData name="mrmanishray2006@gmail.com" userId="e87a723905fd67ed" providerId="LiveId" clId="{4801BBFA-2846-4B7A-B665-DCB47D6867AC}" dt="2026-09-02T15:15:07.317" v="789" actId="22"/>
          <ac:picMkLst>
            <pc:docMk/>
            <pc:sldMk cId="0" sldId="259"/>
            <ac:picMk id="72" creationId="{8E2A8FDF-5C75-043C-3FB3-A87F7179EBB2}"/>
          </ac:picMkLst>
        </pc:picChg>
        <pc:picChg chg="add mod">
          <ac:chgData name="mrmanishray2006@gmail.com" userId="e87a723905fd67ed" providerId="LiveId" clId="{4801BBFA-2846-4B7A-B665-DCB47D6867AC}" dt="2026-09-02T15:19:44.405" v="835" actId="1035"/>
          <ac:picMkLst>
            <pc:docMk/>
            <pc:sldMk cId="0" sldId="259"/>
            <ac:picMk id="80" creationId="{50F19FE3-836E-4129-6B4C-93A3545D0544}"/>
          </ac:picMkLst>
        </pc:picChg>
        <pc:picChg chg="add mod">
          <ac:chgData name="mrmanishray2006@gmail.com" userId="e87a723905fd67ed" providerId="LiveId" clId="{4801BBFA-2846-4B7A-B665-DCB47D6867AC}" dt="2026-09-02T15:34:38.764" v="1067" actId="1038"/>
          <ac:picMkLst>
            <pc:docMk/>
            <pc:sldMk cId="0" sldId="259"/>
            <ac:picMk id="86" creationId="{0D72966B-DB7C-4FF2-FBB8-76795D1188DF}"/>
          </ac:picMkLst>
        </pc:picChg>
        <pc:picChg chg="add del">
          <ac:chgData name="mrmanishray2006@gmail.com" userId="e87a723905fd67ed" providerId="LiveId" clId="{4801BBFA-2846-4B7A-B665-DCB47D6867AC}" dt="2026-09-02T15:22:00.757" v="851" actId="22"/>
          <ac:picMkLst>
            <pc:docMk/>
            <pc:sldMk cId="0" sldId="259"/>
            <ac:picMk id="88" creationId="{359D19A7-128F-277E-949A-B7B0B86F48A9}"/>
          </ac:picMkLst>
        </pc:picChg>
        <pc:picChg chg="add mod">
          <ac:chgData name="mrmanishray2006@gmail.com" userId="e87a723905fd67ed" providerId="LiveId" clId="{4801BBFA-2846-4B7A-B665-DCB47D6867AC}" dt="2026-09-02T15:36:15.964" v="1079" actId="1036"/>
          <ac:picMkLst>
            <pc:docMk/>
            <pc:sldMk cId="0" sldId="259"/>
            <ac:picMk id="102" creationId="{2D59A8F2-4C4F-8556-642C-EA7977061989}"/>
          </ac:picMkLst>
        </pc:picChg>
        <pc:picChg chg="add mod">
          <ac:chgData name="mrmanishray2006@gmail.com" userId="e87a723905fd67ed" providerId="LiveId" clId="{4801BBFA-2846-4B7A-B665-DCB47D6867AC}" dt="2026-09-02T15:36:20.569" v="1083" actId="1036"/>
          <ac:picMkLst>
            <pc:docMk/>
            <pc:sldMk cId="0" sldId="259"/>
            <ac:picMk id="104" creationId="{6F610562-7D35-9E3B-1830-C29F491C53B1}"/>
          </ac:picMkLst>
        </pc:picChg>
      </pc:sldChg>
      <pc:sldChg chg="addSp delSp modSp mod">
        <pc:chgData name="mrmanishray2006@gmail.com" userId="e87a723905fd67ed" providerId="LiveId" clId="{4801BBFA-2846-4B7A-B665-DCB47D6867AC}" dt="2026-09-03T12:25:34.409" v="1992" actId="1076"/>
        <pc:sldMkLst>
          <pc:docMk/>
          <pc:sldMk cId="0" sldId="260"/>
        </pc:sldMkLst>
        <pc:spChg chg="mod">
          <ac:chgData name="mrmanishray2006@gmail.com" userId="e87a723905fd67ed" providerId="LiveId" clId="{4801BBFA-2846-4B7A-B665-DCB47D6867AC}" dt="2026-09-02T04:46:48.640" v="264" actId="1076"/>
          <ac:spMkLst>
            <pc:docMk/>
            <pc:sldMk cId="0" sldId="260"/>
            <ac:spMk id="2" creationId="{00000000-0000-0000-0000-000000000000}"/>
          </ac:spMkLst>
        </pc:spChg>
        <pc:spChg chg="del mod">
          <ac:chgData name="mrmanishray2006@gmail.com" userId="e87a723905fd67ed" providerId="LiveId" clId="{4801BBFA-2846-4B7A-B665-DCB47D6867AC}" dt="2026-09-02T04:46:32.666" v="259"/>
          <ac:spMkLst>
            <pc:docMk/>
            <pc:sldMk cId="0" sldId="260"/>
            <ac:spMk id="3" creationId="{00000000-0000-0000-0000-000000000000}"/>
          </ac:spMkLst>
        </pc:spChg>
        <pc:spChg chg="add mod">
          <ac:chgData name="mrmanishray2006@gmail.com" userId="e87a723905fd67ed" providerId="LiveId" clId="{4801BBFA-2846-4B7A-B665-DCB47D6867AC}" dt="2026-09-03T12:25:34.409" v="1992" actId="1076"/>
          <ac:spMkLst>
            <pc:docMk/>
            <pc:sldMk cId="0" sldId="260"/>
            <ac:spMk id="3" creationId="{76C6AEE2-C078-FF95-B680-96E6C99E4E48}"/>
          </ac:spMkLst>
        </pc:spChg>
        <pc:spChg chg="del mod">
          <ac:chgData name="mrmanishray2006@gmail.com" userId="e87a723905fd67ed" providerId="LiveId" clId="{4801BBFA-2846-4B7A-B665-DCB47D6867AC}" dt="2026-09-02T04:46:39.303" v="263"/>
          <ac:spMkLst>
            <pc:docMk/>
            <pc:sldMk cId="0" sldId="260"/>
            <ac:spMk id="4" creationId="{00000000-0000-0000-0000-000000000000}"/>
          </ac:spMkLst>
        </pc:spChg>
        <pc:spChg chg="mod ord">
          <ac:chgData name="mrmanishray2006@gmail.com" userId="e87a723905fd67ed" providerId="LiveId" clId="{4801BBFA-2846-4B7A-B665-DCB47D6867AC}" dt="2026-09-02T18:07:37.761" v="1302" actId="1036"/>
          <ac:spMkLst>
            <pc:docMk/>
            <pc:sldMk cId="0" sldId="260"/>
            <ac:spMk id="5" creationId="{00000000-0000-0000-0000-000000000000}"/>
          </ac:spMkLst>
        </pc:spChg>
        <pc:spChg chg="del mod">
          <ac:chgData name="mrmanishray2006@gmail.com" userId="e87a723905fd67ed" providerId="LiveId" clId="{4801BBFA-2846-4B7A-B665-DCB47D6867AC}" dt="2026-09-02T04:47:07.781" v="268"/>
          <ac:spMkLst>
            <pc:docMk/>
            <pc:sldMk cId="0" sldId="260"/>
            <ac:spMk id="6" creationId="{00000000-0000-0000-0000-000000000000}"/>
          </ac:spMkLst>
        </pc:spChg>
        <pc:spChg chg="add del mod">
          <ac:chgData name="mrmanishray2006@gmail.com" userId="e87a723905fd67ed" providerId="LiveId" clId="{4801BBFA-2846-4B7A-B665-DCB47D6867AC}" dt="2026-09-02T17:53:57.902" v="1155"/>
          <ac:spMkLst>
            <pc:docMk/>
            <pc:sldMk cId="0" sldId="260"/>
            <ac:spMk id="6" creationId="{A7F51147-A039-742B-0BEA-4C6CD88AD51D}"/>
          </ac:spMkLst>
        </pc:spChg>
        <pc:spChg chg="add del mod">
          <ac:chgData name="mrmanishray2006@gmail.com" userId="e87a723905fd67ed" providerId="LiveId" clId="{4801BBFA-2846-4B7A-B665-DCB47D6867AC}" dt="2026-09-02T18:07:09.965" v="1276"/>
          <ac:spMkLst>
            <pc:docMk/>
            <pc:sldMk cId="0" sldId="260"/>
            <ac:spMk id="14" creationId="{CF59D4D3-BC1C-AA6C-54A1-97676F90EED1}"/>
          </ac:spMkLst>
        </pc:spChg>
        <pc:spChg chg="add del mod">
          <ac:chgData name="mrmanishray2006@gmail.com" userId="e87a723905fd67ed" providerId="LiveId" clId="{4801BBFA-2846-4B7A-B665-DCB47D6867AC}" dt="2026-09-02T18:07:10.583" v="1279"/>
          <ac:spMkLst>
            <pc:docMk/>
            <pc:sldMk cId="0" sldId="260"/>
            <ac:spMk id="15" creationId="{BA056BD4-60A3-767C-C846-E473A4382871}"/>
          </ac:spMkLst>
        </pc:spChg>
        <pc:spChg chg="add del mod">
          <ac:chgData name="mrmanishray2006@gmail.com" userId="e87a723905fd67ed" providerId="LiveId" clId="{4801BBFA-2846-4B7A-B665-DCB47D6867AC}" dt="2026-09-02T18:07:11.872" v="1282"/>
          <ac:spMkLst>
            <pc:docMk/>
            <pc:sldMk cId="0" sldId="260"/>
            <ac:spMk id="16" creationId="{9F6066B8-01AF-F3C2-1CD3-D0BF886EF229}"/>
          </ac:spMkLst>
        </pc:spChg>
        <pc:picChg chg="add mod modVis modCrop">
          <ac:chgData name="mrmanishray2006@gmail.com" userId="e87a723905fd67ed" providerId="LiveId" clId="{4801BBFA-2846-4B7A-B665-DCB47D6867AC}" dt="2026-09-02T18:07:53.615" v="1310" actId="1035"/>
          <ac:picMkLst>
            <pc:docMk/>
            <pc:sldMk cId="0" sldId="260"/>
            <ac:picMk id="4" creationId="{2E5C8711-32B2-3C4A-52C8-C59DDC023C86}"/>
          </ac:picMkLst>
        </pc:picChg>
        <pc:picChg chg="ord">
          <ac:chgData name="mrmanishray2006@gmail.com" userId="e87a723905fd67ed" providerId="LiveId" clId="{4801BBFA-2846-4B7A-B665-DCB47D6867AC}" dt="2026-09-02T18:06:42.508" v="1267" actId="170"/>
          <ac:picMkLst>
            <pc:docMk/>
            <pc:sldMk cId="0" sldId="260"/>
            <ac:picMk id="7" creationId="{00000000-0000-0000-0000-000000000000}"/>
          </ac:picMkLst>
        </pc:picChg>
        <pc:picChg chg="add mod modCrop">
          <ac:chgData name="mrmanishray2006@gmail.com" userId="e87a723905fd67ed" providerId="LiveId" clId="{4801BBFA-2846-4B7A-B665-DCB47D6867AC}" dt="2026-09-02T18:08:11.123" v="1315" actId="1035"/>
          <ac:picMkLst>
            <pc:docMk/>
            <pc:sldMk cId="0" sldId="260"/>
            <ac:picMk id="11" creationId="{CF432F22-620F-8E1A-5140-89F284582924}"/>
          </ac:picMkLst>
        </pc:picChg>
        <pc:picChg chg="add mod modCrop">
          <ac:chgData name="mrmanishray2006@gmail.com" userId="e87a723905fd67ed" providerId="LiveId" clId="{4801BBFA-2846-4B7A-B665-DCB47D6867AC}" dt="2026-09-02T18:08:50.086" v="1317" actId="14100"/>
          <ac:picMkLst>
            <pc:docMk/>
            <pc:sldMk cId="0" sldId="260"/>
            <ac:picMk id="13" creationId="{21254867-7F01-324E-1127-5D7426D41B54}"/>
          </ac:picMkLst>
        </pc:picChg>
      </pc:sldChg>
      <pc:sldChg chg="addSp delSp modSp mod">
        <pc:chgData name="mrmanishray2006@gmail.com" userId="e87a723905fd67ed" providerId="LiveId" clId="{4801BBFA-2846-4B7A-B665-DCB47D6867AC}" dt="2026-09-03T12:26:03.284" v="1996" actId="1076"/>
        <pc:sldMkLst>
          <pc:docMk/>
          <pc:sldMk cId="0" sldId="261"/>
        </pc:sldMkLst>
        <pc:spChg chg="mod">
          <ac:chgData name="mrmanishray2006@gmail.com" userId="e87a723905fd67ed" providerId="LiveId" clId="{4801BBFA-2846-4B7A-B665-DCB47D6867AC}" dt="2026-09-03T12:00:09.496" v="1781" actId="1076"/>
          <ac:spMkLst>
            <pc:docMk/>
            <pc:sldMk cId="0" sldId="261"/>
            <ac:spMk id="2" creationId="{00000000-0000-0000-0000-000000000000}"/>
          </ac:spMkLst>
        </pc:spChg>
        <pc:spChg chg="del mod">
          <ac:chgData name="mrmanishray2006@gmail.com" userId="e87a723905fd67ed" providerId="LiveId" clId="{4801BBFA-2846-4B7A-B665-DCB47D6867AC}" dt="2026-09-02T04:47:13.998" v="271"/>
          <ac:spMkLst>
            <pc:docMk/>
            <pc:sldMk cId="0" sldId="261"/>
            <ac:spMk id="3" creationId="{00000000-0000-0000-0000-000000000000}"/>
          </ac:spMkLst>
        </pc:spChg>
        <pc:spChg chg="mod">
          <ac:chgData name="mrmanishray2006@gmail.com" userId="e87a723905fd67ed" providerId="LiveId" clId="{4801BBFA-2846-4B7A-B665-DCB47D6867AC}" dt="2026-09-02T04:47:56.356" v="287" actId="1037"/>
          <ac:spMkLst>
            <pc:docMk/>
            <pc:sldMk cId="0" sldId="261"/>
            <ac:spMk id="4" creationId="{00000000-0000-0000-0000-000000000000}"/>
          </ac:spMkLst>
        </pc:spChg>
        <pc:spChg chg="del mod">
          <ac:chgData name="mrmanishray2006@gmail.com" userId="e87a723905fd67ed" providerId="LiveId" clId="{4801BBFA-2846-4B7A-B665-DCB47D6867AC}" dt="2026-09-02T04:47:34.972" v="276"/>
          <ac:spMkLst>
            <pc:docMk/>
            <pc:sldMk cId="0" sldId="261"/>
            <ac:spMk id="5" creationId="{00000000-0000-0000-0000-000000000000}"/>
          </ac:spMkLst>
        </pc:spChg>
        <pc:spChg chg="add mod">
          <ac:chgData name="mrmanishray2006@gmail.com" userId="e87a723905fd67ed" providerId="LiveId" clId="{4801BBFA-2846-4B7A-B665-DCB47D6867AC}" dt="2026-09-02T18:14:38.947" v="1331" actId="1076"/>
          <ac:spMkLst>
            <pc:docMk/>
            <pc:sldMk cId="0" sldId="261"/>
            <ac:spMk id="12" creationId="{2B21EF42-D899-1AD3-8749-01556C1B16E3}"/>
          </ac:spMkLst>
        </pc:spChg>
        <pc:spChg chg="add mod">
          <ac:chgData name="mrmanishray2006@gmail.com" userId="e87a723905fd67ed" providerId="LiveId" clId="{4801BBFA-2846-4B7A-B665-DCB47D6867AC}" dt="2026-09-02T18:26:58.380" v="1475" actId="1037"/>
          <ac:spMkLst>
            <pc:docMk/>
            <pc:sldMk cId="0" sldId="261"/>
            <ac:spMk id="15" creationId="{69EEBBF6-997B-DBD4-F079-2997973B0446}"/>
          </ac:spMkLst>
        </pc:spChg>
        <pc:spChg chg="add mod">
          <ac:chgData name="mrmanishray2006@gmail.com" userId="e87a723905fd67ed" providerId="LiveId" clId="{4801BBFA-2846-4B7A-B665-DCB47D6867AC}" dt="2026-09-03T12:00:06.761" v="1779" actId="6549"/>
          <ac:spMkLst>
            <pc:docMk/>
            <pc:sldMk cId="0" sldId="261"/>
            <ac:spMk id="17" creationId="{CE193BA5-0343-AA24-AFC5-A94B140855FC}"/>
          </ac:spMkLst>
        </pc:spChg>
        <pc:spChg chg="add mod">
          <ac:chgData name="mrmanishray2006@gmail.com" userId="e87a723905fd67ed" providerId="LiveId" clId="{4801BBFA-2846-4B7A-B665-DCB47D6867AC}" dt="2026-09-03T12:02:28.881" v="1803" actId="20577"/>
          <ac:spMkLst>
            <pc:docMk/>
            <pc:sldMk cId="0" sldId="261"/>
            <ac:spMk id="19" creationId="{6B25079B-0D0D-599C-2F81-6560F6258E37}"/>
          </ac:spMkLst>
        </pc:spChg>
        <pc:spChg chg="add mod">
          <ac:chgData name="mrmanishray2006@gmail.com" userId="e87a723905fd67ed" providerId="LiveId" clId="{4801BBFA-2846-4B7A-B665-DCB47D6867AC}" dt="2026-09-03T11:03:30.372" v="1511" actId="1036"/>
          <ac:spMkLst>
            <pc:docMk/>
            <pc:sldMk cId="0" sldId="261"/>
            <ac:spMk id="21" creationId="{41EAEA5E-5440-2933-688A-C289731855FB}"/>
          </ac:spMkLst>
        </pc:spChg>
        <pc:spChg chg="add mod">
          <ac:chgData name="mrmanishray2006@gmail.com" userId="e87a723905fd67ed" providerId="LiveId" clId="{4801BBFA-2846-4B7A-B665-DCB47D6867AC}" dt="2026-09-02T18:26:53.358" v="1474" actId="1038"/>
          <ac:spMkLst>
            <pc:docMk/>
            <pc:sldMk cId="0" sldId="261"/>
            <ac:spMk id="23" creationId="{5391A6C1-42CD-0F96-97DA-EBA17FC2655C}"/>
          </ac:spMkLst>
        </pc:spChg>
        <pc:spChg chg="add mod">
          <ac:chgData name="mrmanishray2006@gmail.com" userId="e87a723905fd67ed" providerId="LiveId" clId="{4801BBFA-2846-4B7A-B665-DCB47D6867AC}" dt="2026-09-03T11:54:43.932" v="1754" actId="207"/>
          <ac:spMkLst>
            <pc:docMk/>
            <pc:sldMk cId="0" sldId="261"/>
            <ac:spMk id="25" creationId="{399C6756-5886-B861-4788-DC34D9EE873A}"/>
          </ac:spMkLst>
        </pc:spChg>
        <pc:spChg chg="add mod">
          <ac:chgData name="mrmanishray2006@gmail.com" userId="e87a723905fd67ed" providerId="LiveId" clId="{4801BBFA-2846-4B7A-B665-DCB47D6867AC}" dt="2026-09-03T12:04:11.837" v="1828" actId="207"/>
          <ac:spMkLst>
            <pc:docMk/>
            <pc:sldMk cId="0" sldId="261"/>
            <ac:spMk id="26" creationId="{2E01442E-262A-3EE8-73E6-0DC050F3FD4B}"/>
          </ac:spMkLst>
        </pc:spChg>
        <pc:spChg chg="add mod">
          <ac:chgData name="mrmanishray2006@gmail.com" userId="e87a723905fd67ed" providerId="LiveId" clId="{4801BBFA-2846-4B7A-B665-DCB47D6867AC}" dt="2026-09-03T12:11:24.824" v="1876" actId="20577"/>
          <ac:spMkLst>
            <pc:docMk/>
            <pc:sldMk cId="0" sldId="261"/>
            <ac:spMk id="27" creationId="{110F3118-1DF2-AFC5-E4CE-4D1183B4C066}"/>
          </ac:spMkLst>
        </pc:spChg>
        <pc:spChg chg="add mod">
          <ac:chgData name="mrmanishray2006@gmail.com" userId="e87a723905fd67ed" providerId="LiveId" clId="{4801BBFA-2846-4B7A-B665-DCB47D6867AC}" dt="2026-09-03T12:18:44.202" v="1926" actId="207"/>
          <ac:spMkLst>
            <pc:docMk/>
            <pc:sldMk cId="0" sldId="261"/>
            <ac:spMk id="28" creationId="{51631488-1181-0917-873D-4E47F0712E0F}"/>
          </ac:spMkLst>
        </pc:spChg>
        <pc:spChg chg="add mod">
          <ac:chgData name="mrmanishray2006@gmail.com" userId="e87a723905fd67ed" providerId="LiveId" clId="{4801BBFA-2846-4B7A-B665-DCB47D6867AC}" dt="2026-09-03T12:18:40.043" v="1925" actId="207"/>
          <ac:spMkLst>
            <pc:docMk/>
            <pc:sldMk cId="0" sldId="261"/>
            <ac:spMk id="29" creationId="{06A4ABB6-1B8B-D7FC-0DDC-EB7C84374A32}"/>
          </ac:spMkLst>
        </pc:spChg>
        <pc:spChg chg="add mod">
          <ac:chgData name="mrmanishray2006@gmail.com" userId="e87a723905fd67ed" providerId="LiveId" clId="{4801BBFA-2846-4B7A-B665-DCB47D6867AC}" dt="2026-09-03T12:16:54.261" v="1915" actId="113"/>
          <ac:spMkLst>
            <pc:docMk/>
            <pc:sldMk cId="0" sldId="261"/>
            <ac:spMk id="30" creationId="{6ACBE13C-83F6-D322-832B-96420CB43FE0}"/>
          </ac:spMkLst>
        </pc:spChg>
        <pc:spChg chg="add mod">
          <ac:chgData name="mrmanishray2006@gmail.com" userId="e87a723905fd67ed" providerId="LiveId" clId="{4801BBFA-2846-4B7A-B665-DCB47D6867AC}" dt="2026-09-03T12:16:50.004" v="1914" actId="113"/>
          <ac:spMkLst>
            <pc:docMk/>
            <pc:sldMk cId="0" sldId="261"/>
            <ac:spMk id="31" creationId="{4988E309-3951-F011-1A21-B16D100B770F}"/>
          </ac:spMkLst>
        </pc:spChg>
        <pc:spChg chg="add del mod">
          <ac:chgData name="mrmanishray2006@gmail.com" userId="e87a723905fd67ed" providerId="LiveId" clId="{4801BBFA-2846-4B7A-B665-DCB47D6867AC}" dt="2026-09-03T12:11:27.191" v="1878"/>
          <ac:spMkLst>
            <pc:docMk/>
            <pc:sldMk cId="0" sldId="261"/>
            <ac:spMk id="32" creationId="{CF1E4616-DBC0-6307-29E8-A4D8912B68FF}"/>
          </ac:spMkLst>
        </pc:spChg>
        <pc:spChg chg="add mod">
          <ac:chgData name="mrmanishray2006@gmail.com" userId="e87a723905fd67ed" providerId="LiveId" clId="{4801BBFA-2846-4B7A-B665-DCB47D6867AC}" dt="2026-09-03T12:13:05.740" v="1895" actId="1076"/>
          <ac:spMkLst>
            <pc:docMk/>
            <pc:sldMk cId="0" sldId="261"/>
            <ac:spMk id="33" creationId="{F5970711-AD51-7FDD-F068-E5DBFBE59D52}"/>
          </ac:spMkLst>
        </pc:spChg>
        <pc:spChg chg="add mod">
          <ac:chgData name="mrmanishray2006@gmail.com" userId="e87a723905fd67ed" providerId="LiveId" clId="{4801BBFA-2846-4B7A-B665-DCB47D6867AC}" dt="2026-09-03T12:16:58.865" v="1916" actId="113"/>
          <ac:spMkLst>
            <pc:docMk/>
            <pc:sldMk cId="0" sldId="261"/>
            <ac:spMk id="34" creationId="{8F8D4775-C072-EB69-2C1C-DCA9BFA9F888}"/>
          </ac:spMkLst>
        </pc:spChg>
        <pc:spChg chg="add mod">
          <ac:chgData name="mrmanishray2006@gmail.com" userId="e87a723905fd67ed" providerId="LiveId" clId="{4801BBFA-2846-4B7A-B665-DCB47D6867AC}" dt="2026-09-03T12:18:24.247" v="1923" actId="113"/>
          <ac:spMkLst>
            <pc:docMk/>
            <pc:sldMk cId="0" sldId="261"/>
            <ac:spMk id="35" creationId="{09ECC323-48BC-A069-075E-203997772B84}"/>
          </ac:spMkLst>
        </pc:spChg>
        <pc:spChg chg="add mod">
          <ac:chgData name="mrmanishray2006@gmail.com" userId="e87a723905fd67ed" providerId="LiveId" clId="{4801BBFA-2846-4B7A-B665-DCB47D6867AC}" dt="2026-09-03T12:26:03.284" v="1996" actId="1076"/>
          <ac:spMkLst>
            <pc:docMk/>
            <pc:sldMk cId="0" sldId="261"/>
            <ac:spMk id="37" creationId="{79DE6036-7B03-1B9C-AA27-5B2A92E6BAEE}"/>
          </ac:spMkLst>
        </pc:spChg>
        <pc:picChg chg="add mod">
          <ac:chgData name="mrmanishray2006@gmail.com" userId="e87a723905fd67ed" providerId="LiveId" clId="{4801BBFA-2846-4B7A-B665-DCB47D6867AC}" dt="2026-09-03T11:12:34.378" v="1712" actId="1076"/>
          <ac:picMkLst>
            <pc:docMk/>
            <pc:sldMk cId="0" sldId="261"/>
            <ac:picMk id="5" creationId="{7A90E6B1-786F-6234-0BBA-A3AAA243F6B2}"/>
          </ac:picMkLst>
        </pc:picChg>
        <pc:picChg chg="add mod modCrop">
          <ac:chgData name="mrmanishray2006@gmail.com" userId="e87a723905fd67ed" providerId="LiveId" clId="{4801BBFA-2846-4B7A-B665-DCB47D6867AC}" dt="2026-09-03T11:10:43.944" v="1676" actId="1076"/>
          <ac:picMkLst>
            <pc:docMk/>
            <pc:sldMk cId="0" sldId="261"/>
            <ac:picMk id="9" creationId="{071DD629-E60C-A9AD-9A15-C6D1232C5B93}"/>
          </ac:picMkLst>
        </pc:picChg>
        <pc:picChg chg="add del">
          <ac:chgData name="mrmanishray2006@gmail.com" userId="e87a723905fd67ed" providerId="LiveId" clId="{4801BBFA-2846-4B7A-B665-DCB47D6867AC}" dt="2026-09-02T18:13:42.857" v="1327" actId="22"/>
          <ac:picMkLst>
            <pc:docMk/>
            <pc:sldMk cId="0" sldId="261"/>
            <ac:picMk id="10" creationId="{70BF67B2-873E-EABE-54A3-56C17831D075}"/>
          </ac:picMkLst>
        </pc:picChg>
        <pc:picChg chg="add mod">
          <ac:chgData name="mrmanishray2006@gmail.com" userId="e87a723905fd67ed" providerId="LiveId" clId="{4801BBFA-2846-4B7A-B665-DCB47D6867AC}" dt="2026-09-03T11:10:14.945" v="1670" actId="1036"/>
          <ac:picMkLst>
            <pc:docMk/>
            <pc:sldMk cId="0" sldId="261"/>
            <ac:picMk id="11" creationId="{9AF93209-BE48-9C90-A629-9071644D65CA}"/>
          </ac:picMkLst>
        </pc:picChg>
        <pc:picChg chg="add mod ord">
          <ac:chgData name="mrmanishray2006@gmail.com" userId="e87a723905fd67ed" providerId="LiveId" clId="{4801BBFA-2846-4B7A-B665-DCB47D6867AC}" dt="2026-09-03T11:11:50.872" v="1699" actId="170"/>
          <ac:picMkLst>
            <pc:docMk/>
            <pc:sldMk cId="0" sldId="261"/>
            <ac:picMk id="14" creationId="{7FD54CFD-5AD8-31C9-D359-2D5C80349092}"/>
          </ac:picMkLst>
        </pc:picChg>
        <pc:picChg chg="add mod">
          <ac:chgData name="mrmanishray2006@gmail.com" userId="e87a723905fd67ed" providerId="LiveId" clId="{4801BBFA-2846-4B7A-B665-DCB47D6867AC}" dt="2026-09-03T11:12:11.358" v="1710" actId="1035"/>
          <ac:picMkLst>
            <pc:docMk/>
            <pc:sldMk cId="0" sldId="261"/>
            <ac:picMk id="16" creationId="{B031CF84-C12D-903E-E219-74B6F248DC0F}"/>
          </ac:picMkLst>
        </pc:picChg>
        <pc:picChg chg="add mod">
          <ac:chgData name="mrmanishray2006@gmail.com" userId="e87a723905fd67ed" providerId="LiveId" clId="{4801BBFA-2846-4B7A-B665-DCB47D6867AC}" dt="2026-09-03T11:10:28.570" v="1674" actId="1076"/>
          <ac:picMkLst>
            <pc:docMk/>
            <pc:sldMk cId="0" sldId="261"/>
            <ac:picMk id="20" creationId="{C471DBFC-3641-3710-B842-BC7694D1FCF9}"/>
          </ac:picMkLst>
        </pc:picChg>
        <pc:picChg chg="add mod modCrop">
          <ac:chgData name="mrmanishray2006@gmail.com" userId="e87a723905fd67ed" providerId="LiveId" clId="{4801BBFA-2846-4B7A-B665-DCB47D6867AC}" dt="2026-09-03T11:11:40.730" v="1696" actId="14100"/>
          <ac:picMkLst>
            <pc:docMk/>
            <pc:sldMk cId="0" sldId="261"/>
            <ac:picMk id="24" creationId="{F09E7505-C8E5-D6A3-908B-22D4CBB49B9F}"/>
          </ac:picMkLst>
        </pc:picChg>
      </pc:sldChg>
      <pc:sldChg chg="del">
        <pc:chgData name="mrmanishray2006@gmail.com" userId="e87a723905fd67ed" providerId="LiveId" clId="{4801BBFA-2846-4B7A-B665-DCB47D6867AC}" dt="2026-09-02T04:49:50.920" v="288" actId="47"/>
        <pc:sldMkLst>
          <pc:docMk/>
          <pc:sldMk cId="0" sldId="262"/>
        </pc:sldMkLst>
      </pc:sldChg>
      <pc:sldChg chg="new del">
        <pc:chgData name="mrmanishray2006@gmail.com" userId="e87a723905fd67ed" providerId="LiveId" clId="{4801BBFA-2846-4B7A-B665-DCB47D6867AC}" dt="2026-09-02T18:17:50.979" v="1346" actId="680"/>
        <pc:sldMkLst>
          <pc:docMk/>
          <pc:sldMk cId="2468909869" sldId="262"/>
        </pc:sldMkLst>
      </pc:sldChg>
      <pc:sldChg chg="new del">
        <pc:chgData name="mrmanishray2006@gmail.com" userId="e87a723905fd67ed" providerId="LiveId" clId="{4801BBFA-2846-4B7A-B665-DCB47D6867AC}" dt="2026-09-02T18:17:56.610" v="1348" actId="680"/>
        <pc:sldMkLst>
          <pc:docMk/>
          <pc:sldMk cId="3691316720" sldId="26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30"/>
              </a:lnSpc>
            </a:pPr>
            <a:r>
              <a:rPr dirty="0"/>
              <a:t>@SIH</a:t>
            </a:r>
            <a:r>
              <a:rPr spc="15" dirty="0"/>
              <a:t> </a:t>
            </a:r>
            <a:r>
              <a:rPr dirty="0"/>
              <a:t>Idea </a:t>
            </a:r>
            <a:r>
              <a:rPr spc="-10" dirty="0"/>
              <a:t>submission-</a:t>
            </a:r>
            <a:r>
              <a:rPr spc="-40" dirty="0"/>
              <a:t> </a:t>
            </a:r>
            <a:r>
              <a:rPr spc="-10" dirty="0"/>
              <a:t>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43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30"/>
              </a:lnSpc>
            </a:pPr>
            <a:r>
              <a:rPr dirty="0"/>
              <a:t>@SIH</a:t>
            </a:r>
            <a:r>
              <a:rPr spc="15" dirty="0"/>
              <a:t> </a:t>
            </a:r>
            <a:r>
              <a:rPr dirty="0"/>
              <a:t>Idea </a:t>
            </a:r>
            <a:r>
              <a:rPr spc="-10" dirty="0"/>
              <a:t>submission-</a:t>
            </a:r>
            <a:r>
              <a:rPr spc="-40" dirty="0"/>
              <a:t> </a:t>
            </a:r>
            <a:r>
              <a:rPr spc="-10" dirty="0"/>
              <a:t>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43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30"/>
              </a:lnSpc>
            </a:pPr>
            <a:r>
              <a:rPr dirty="0"/>
              <a:t>@SIH</a:t>
            </a:r>
            <a:r>
              <a:rPr spc="15" dirty="0"/>
              <a:t> </a:t>
            </a:r>
            <a:r>
              <a:rPr dirty="0"/>
              <a:t>Idea </a:t>
            </a:r>
            <a:r>
              <a:rPr spc="-10" dirty="0"/>
              <a:t>submission-</a:t>
            </a:r>
            <a:r>
              <a:rPr spc="-40" dirty="0"/>
              <a:t> </a:t>
            </a:r>
            <a:r>
              <a:rPr spc="-10" dirty="0"/>
              <a:t>Template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43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30"/>
              </a:lnSpc>
            </a:pPr>
            <a:r>
              <a:rPr dirty="0"/>
              <a:t>@SIH</a:t>
            </a:r>
            <a:r>
              <a:rPr spc="15" dirty="0"/>
              <a:t> </a:t>
            </a:r>
            <a:r>
              <a:rPr dirty="0"/>
              <a:t>Idea </a:t>
            </a:r>
            <a:r>
              <a:rPr spc="-10" dirty="0"/>
              <a:t>submission-</a:t>
            </a:r>
            <a:r>
              <a:rPr spc="-40" dirty="0"/>
              <a:t> </a:t>
            </a:r>
            <a:r>
              <a:rPr spc="-10" dirty="0"/>
              <a:t>Template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43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30"/>
              </a:lnSpc>
            </a:pPr>
            <a:r>
              <a:rPr dirty="0"/>
              <a:t>@SIH</a:t>
            </a:r>
            <a:r>
              <a:rPr spc="15" dirty="0"/>
              <a:t> </a:t>
            </a:r>
            <a:r>
              <a:rPr dirty="0"/>
              <a:t>Idea </a:t>
            </a:r>
            <a:r>
              <a:rPr spc="-10" dirty="0"/>
              <a:t>submission-</a:t>
            </a:r>
            <a:r>
              <a:rPr spc="-40" dirty="0"/>
              <a:t> </a:t>
            </a:r>
            <a:r>
              <a:rPr spc="-10" dirty="0"/>
              <a:t>Template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43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6376418"/>
            <a:ext cx="12187174" cy="47685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6355079"/>
            <a:ext cx="12192000" cy="502920"/>
          </a:xfrm>
          <a:custGeom>
            <a:avLst/>
            <a:gdLst/>
            <a:ahLst/>
            <a:cxnLst/>
            <a:rect l="l" t="t" r="r" b="b"/>
            <a:pathLst>
              <a:path w="12192000" h="502920">
                <a:moveTo>
                  <a:pt x="12192000" y="0"/>
                </a:moveTo>
                <a:lnTo>
                  <a:pt x="0" y="0"/>
                </a:lnTo>
                <a:lnTo>
                  <a:pt x="0" y="502920"/>
                </a:lnTo>
                <a:lnTo>
                  <a:pt x="12192000" y="50292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70152" y="125095"/>
            <a:ext cx="8100948" cy="9927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8340" y="2557729"/>
            <a:ext cx="9227185" cy="17322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107051" y="6445541"/>
            <a:ext cx="2286634" cy="196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30"/>
              </a:lnSpc>
            </a:pPr>
            <a:r>
              <a:rPr dirty="0"/>
              <a:t>@SIH</a:t>
            </a:r>
            <a:r>
              <a:rPr spc="15" dirty="0"/>
              <a:t> </a:t>
            </a:r>
            <a:r>
              <a:rPr dirty="0"/>
              <a:t>Idea </a:t>
            </a:r>
            <a:r>
              <a:rPr spc="-10" dirty="0"/>
              <a:t>submission-</a:t>
            </a:r>
            <a:r>
              <a:rPr spc="-40" dirty="0"/>
              <a:t> </a:t>
            </a:r>
            <a:r>
              <a:rPr spc="-10" dirty="0"/>
              <a:t>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369675" y="6445541"/>
            <a:ext cx="173990" cy="196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43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sih-1-72qo.vercel.app/dashboard/stock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mrmanishray2006-ctrl/SIH_1" TargetMode="External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hyperlink" Target="https://openaccess.thecvf.com/content/CVPR2022W/AICity/papers/Pham_DeepACO_A_Robust_Deep_Learning-Based_Automatic_Checkout_System_CVPRW_2022_paper.pdf?utm_source=chatgpt.com" TargetMode="External"/><Relationship Id="rId3" Type="http://schemas.openxmlformats.org/officeDocument/2006/relationships/image" Target="../media/image21.jpg"/><Relationship Id="rId7" Type="http://schemas.openxmlformats.org/officeDocument/2006/relationships/image" Target="../media/image24.png"/><Relationship Id="rId12" Type="http://schemas.openxmlformats.org/officeDocument/2006/relationships/hyperlink" Target="https://www.sciencedirect.com/science/article/pii/S1877050923016782?utm_source=chatgpt.com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hyperlink" Target="https://www.amazon.com/b?node=21289116011&amp;utm_source=chatgpt.com" TargetMode="External"/><Relationship Id="rId5" Type="http://schemas.openxmlformats.org/officeDocument/2006/relationships/image" Target="../media/image22.png"/><Relationship Id="rId15" Type="http://schemas.openxmlformats.org/officeDocument/2006/relationships/hyperlink" Target="https://drive.google.com/file/d/1Via4iGMvj0WhEKt4vofcIn1clhHSQ2aG/view?usp=sharing" TargetMode="External"/><Relationship Id="rId10" Type="http://schemas.openxmlformats.org/officeDocument/2006/relationships/hyperlink" Target="https://docs.google.com/document/d/1N1dMy-qjkvM6RwFJtTGoeomLinOmVuWz/edit?usp=sharing&amp;ouid=117262626289735532062&amp;rtpof=true&amp;sd=true" TargetMode="External"/><Relationship Id="rId4" Type="http://schemas.openxmlformats.org/officeDocument/2006/relationships/hyperlink" Target="https://sih-1-72qo.vercel.app/login?callbackUrl=/dashboard" TargetMode="External"/><Relationship Id="rId9" Type="http://schemas.openxmlformats.org/officeDocument/2006/relationships/image" Target="../media/image26.png"/><Relationship Id="rId14" Type="http://schemas.openxmlformats.org/officeDocument/2006/relationships/hyperlink" Target="https://arxiv.org/abs/2104.02832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657056" y="851916"/>
            <a:ext cx="4639310" cy="5154295"/>
            <a:chOff x="5657056" y="851916"/>
            <a:chExt cx="4639310" cy="5154295"/>
          </a:xfrm>
        </p:grpSpPr>
        <p:sp>
          <p:nvSpPr>
            <p:cNvPr id="3" name="object 3"/>
            <p:cNvSpPr/>
            <p:nvPr/>
          </p:nvSpPr>
          <p:spPr>
            <a:xfrm>
              <a:off x="5657056" y="851916"/>
              <a:ext cx="4639310" cy="5154295"/>
            </a:xfrm>
            <a:custGeom>
              <a:avLst/>
              <a:gdLst/>
              <a:ahLst/>
              <a:cxnLst/>
              <a:rect l="l" t="t" r="r" b="b"/>
              <a:pathLst>
                <a:path w="4639309" h="5154295">
                  <a:moveTo>
                    <a:pt x="1873408" y="0"/>
                  </a:moveTo>
                  <a:lnTo>
                    <a:pt x="1180115" y="0"/>
                  </a:lnTo>
                  <a:lnTo>
                    <a:pt x="1147462" y="5788"/>
                  </a:lnTo>
                  <a:lnTo>
                    <a:pt x="1092301" y="48702"/>
                  </a:lnTo>
                  <a:lnTo>
                    <a:pt x="1072292" y="83566"/>
                  </a:lnTo>
                  <a:lnTo>
                    <a:pt x="726344" y="880999"/>
                  </a:lnTo>
                  <a:lnTo>
                    <a:pt x="713700" y="920499"/>
                  </a:lnTo>
                  <a:lnTo>
                    <a:pt x="709485" y="962596"/>
                  </a:lnTo>
                  <a:lnTo>
                    <a:pt x="713700" y="1004693"/>
                  </a:lnTo>
                  <a:lnTo>
                    <a:pt x="726344" y="1044194"/>
                  </a:lnTo>
                  <a:lnTo>
                    <a:pt x="1072292" y="1841627"/>
                  </a:lnTo>
                  <a:lnTo>
                    <a:pt x="1092263" y="1876520"/>
                  </a:lnTo>
                  <a:lnTo>
                    <a:pt x="1118647" y="1903349"/>
                  </a:lnTo>
                  <a:lnTo>
                    <a:pt x="787050" y="2667889"/>
                  </a:lnTo>
                  <a:lnTo>
                    <a:pt x="769506" y="2713705"/>
                  </a:lnTo>
                  <a:lnTo>
                    <a:pt x="756975" y="2761861"/>
                  </a:lnTo>
                  <a:lnTo>
                    <a:pt x="749456" y="2811576"/>
                  </a:lnTo>
                  <a:lnTo>
                    <a:pt x="746950" y="2862072"/>
                  </a:lnTo>
                  <a:lnTo>
                    <a:pt x="749456" y="2912567"/>
                  </a:lnTo>
                  <a:lnTo>
                    <a:pt x="756975" y="2962282"/>
                  </a:lnTo>
                  <a:lnTo>
                    <a:pt x="769506" y="3010438"/>
                  </a:lnTo>
                  <a:lnTo>
                    <a:pt x="787050" y="3056254"/>
                  </a:lnTo>
                  <a:lnTo>
                    <a:pt x="1610772" y="4955260"/>
                  </a:lnTo>
                  <a:lnTo>
                    <a:pt x="1636214" y="5005051"/>
                  </a:lnTo>
                  <a:lnTo>
                    <a:pt x="1666336" y="5048545"/>
                  </a:lnTo>
                  <a:lnTo>
                    <a:pt x="1700579" y="5085244"/>
                  </a:lnTo>
                  <a:lnTo>
                    <a:pt x="1738384" y="5114653"/>
                  </a:lnTo>
                  <a:lnTo>
                    <a:pt x="1779190" y="5136274"/>
                  </a:lnTo>
                  <a:lnTo>
                    <a:pt x="1822437" y="5149611"/>
                  </a:lnTo>
                  <a:lnTo>
                    <a:pt x="1867566" y="5154168"/>
                  </a:lnTo>
                  <a:lnTo>
                    <a:pt x="3518566" y="5154168"/>
                  </a:lnTo>
                  <a:lnTo>
                    <a:pt x="3562518" y="5149611"/>
                  </a:lnTo>
                  <a:lnTo>
                    <a:pt x="3605224" y="5136274"/>
                  </a:lnTo>
                  <a:lnTo>
                    <a:pt x="3645872" y="5114653"/>
                  </a:lnTo>
                  <a:lnTo>
                    <a:pt x="3683653" y="5085244"/>
                  </a:lnTo>
                  <a:lnTo>
                    <a:pt x="3717754" y="5048545"/>
                  </a:lnTo>
                  <a:lnTo>
                    <a:pt x="3747366" y="5005051"/>
                  </a:lnTo>
                  <a:lnTo>
                    <a:pt x="3771677" y="4955260"/>
                  </a:lnTo>
                  <a:lnTo>
                    <a:pt x="4598955" y="3056255"/>
                  </a:lnTo>
                  <a:lnTo>
                    <a:pt x="4616499" y="3010438"/>
                  </a:lnTo>
                  <a:lnTo>
                    <a:pt x="4629030" y="2962282"/>
                  </a:lnTo>
                  <a:lnTo>
                    <a:pt x="4636549" y="2912567"/>
                  </a:lnTo>
                  <a:lnTo>
                    <a:pt x="4639056" y="2862072"/>
                  </a:lnTo>
                  <a:lnTo>
                    <a:pt x="4636549" y="2811576"/>
                  </a:lnTo>
                  <a:lnTo>
                    <a:pt x="4629030" y="2761861"/>
                  </a:lnTo>
                  <a:lnTo>
                    <a:pt x="4616499" y="2713705"/>
                  </a:lnTo>
                  <a:lnTo>
                    <a:pt x="4598955" y="2667889"/>
                  </a:lnTo>
                  <a:lnTo>
                    <a:pt x="4271375" y="1915922"/>
                  </a:lnTo>
                  <a:lnTo>
                    <a:pt x="1177194" y="1915922"/>
                  </a:lnTo>
                  <a:lnTo>
                    <a:pt x="1168790" y="1915544"/>
                  </a:lnTo>
                  <a:lnTo>
                    <a:pt x="1160541" y="1914429"/>
                  </a:lnTo>
                  <a:lnTo>
                    <a:pt x="1152459" y="1912600"/>
                  </a:lnTo>
                  <a:lnTo>
                    <a:pt x="1144723" y="1910133"/>
                  </a:lnTo>
                  <a:lnTo>
                    <a:pt x="1125251" y="1899285"/>
                  </a:lnTo>
                  <a:lnTo>
                    <a:pt x="1143793" y="1856359"/>
                  </a:lnTo>
                  <a:lnTo>
                    <a:pt x="1168812" y="1798701"/>
                  </a:lnTo>
                  <a:lnTo>
                    <a:pt x="1164113" y="1796161"/>
                  </a:lnTo>
                  <a:lnTo>
                    <a:pt x="1132020" y="1758245"/>
                  </a:lnTo>
                  <a:lnTo>
                    <a:pt x="817149" y="1034923"/>
                  </a:lnTo>
                  <a:lnTo>
                    <a:pt x="802195" y="962596"/>
                  </a:lnTo>
                  <a:lnTo>
                    <a:pt x="805934" y="925266"/>
                  </a:lnTo>
                  <a:lnTo>
                    <a:pt x="1123854" y="183261"/>
                  </a:lnTo>
                  <a:lnTo>
                    <a:pt x="1164193" y="129047"/>
                  </a:lnTo>
                  <a:lnTo>
                    <a:pt x="1219485" y="109220"/>
                  </a:lnTo>
                  <a:lnTo>
                    <a:pt x="1991009" y="109220"/>
                  </a:lnTo>
                  <a:lnTo>
                    <a:pt x="1979834" y="83566"/>
                  </a:lnTo>
                  <a:lnTo>
                    <a:pt x="1960473" y="48702"/>
                  </a:lnTo>
                  <a:lnTo>
                    <a:pt x="1935051" y="22399"/>
                  </a:lnTo>
                  <a:lnTo>
                    <a:pt x="1905414" y="5788"/>
                  </a:lnTo>
                  <a:lnTo>
                    <a:pt x="1873408" y="0"/>
                  </a:lnTo>
                  <a:close/>
                </a:path>
                <a:path w="4639309" h="5154295">
                  <a:moveTo>
                    <a:pt x="673766" y="3124708"/>
                  </a:moveTo>
                  <a:lnTo>
                    <a:pt x="272446" y="3124708"/>
                  </a:lnTo>
                  <a:lnTo>
                    <a:pt x="253541" y="3128053"/>
                  </a:lnTo>
                  <a:lnTo>
                    <a:pt x="221636" y="3152890"/>
                  </a:lnTo>
                  <a:lnTo>
                    <a:pt x="9810" y="3634740"/>
                  </a:lnTo>
                  <a:lnTo>
                    <a:pt x="0" y="3681872"/>
                  </a:lnTo>
                  <a:lnTo>
                    <a:pt x="2452" y="3706231"/>
                  </a:lnTo>
                  <a:lnTo>
                    <a:pt x="210089" y="4190746"/>
                  </a:lnTo>
                  <a:lnTo>
                    <a:pt x="236362" y="4226179"/>
                  </a:lnTo>
                  <a:lnTo>
                    <a:pt x="272446" y="4239133"/>
                  </a:lnTo>
                  <a:lnTo>
                    <a:pt x="673766" y="4239133"/>
                  </a:lnTo>
                  <a:lnTo>
                    <a:pt x="724130" y="4210950"/>
                  </a:lnTo>
                  <a:lnTo>
                    <a:pt x="936402" y="3729101"/>
                  </a:lnTo>
                  <a:lnTo>
                    <a:pt x="946213" y="3681872"/>
                  </a:lnTo>
                  <a:lnTo>
                    <a:pt x="943760" y="3657538"/>
                  </a:lnTo>
                  <a:lnTo>
                    <a:pt x="735361" y="3173095"/>
                  </a:lnTo>
                  <a:lnTo>
                    <a:pt x="709422" y="3137662"/>
                  </a:lnTo>
                  <a:lnTo>
                    <a:pt x="673766" y="3124708"/>
                  </a:lnTo>
                  <a:close/>
                </a:path>
                <a:path w="4639309" h="5154295">
                  <a:moveTo>
                    <a:pt x="3518566" y="569976"/>
                  </a:moveTo>
                  <a:lnTo>
                    <a:pt x="2192813" y="569976"/>
                  </a:lnTo>
                  <a:lnTo>
                    <a:pt x="2324258" y="871728"/>
                  </a:lnTo>
                  <a:lnTo>
                    <a:pt x="2336903" y="911226"/>
                  </a:lnTo>
                  <a:lnTo>
                    <a:pt x="2341118" y="953309"/>
                  </a:lnTo>
                  <a:lnTo>
                    <a:pt x="2336903" y="995368"/>
                  </a:lnTo>
                  <a:lnTo>
                    <a:pt x="2324203" y="1034923"/>
                  </a:lnTo>
                  <a:lnTo>
                    <a:pt x="1976786" y="1832356"/>
                  </a:lnTo>
                  <a:lnTo>
                    <a:pt x="1957445" y="1867219"/>
                  </a:lnTo>
                  <a:lnTo>
                    <a:pt x="1902473" y="1910133"/>
                  </a:lnTo>
                  <a:lnTo>
                    <a:pt x="1870487" y="1915922"/>
                  </a:lnTo>
                  <a:lnTo>
                    <a:pt x="4271375" y="1915922"/>
                  </a:lnTo>
                  <a:lnTo>
                    <a:pt x="3771677" y="768858"/>
                  </a:lnTo>
                  <a:lnTo>
                    <a:pt x="3747366" y="719052"/>
                  </a:lnTo>
                  <a:lnTo>
                    <a:pt x="3717754" y="675556"/>
                  </a:lnTo>
                  <a:lnTo>
                    <a:pt x="3683653" y="638862"/>
                  </a:lnTo>
                  <a:lnTo>
                    <a:pt x="3645872" y="609464"/>
                  </a:lnTo>
                  <a:lnTo>
                    <a:pt x="3605224" y="587855"/>
                  </a:lnTo>
                  <a:lnTo>
                    <a:pt x="3562518" y="574528"/>
                  </a:lnTo>
                  <a:lnTo>
                    <a:pt x="3518566" y="569976"/>
                  </a:lnTo>
                  <a:close/>
                </a:path>
                <a:path w="4639309" h="5154295">
                  <a:moveTo>
                    <a:pt x="2097944" y="569976"/>
                  </a:moveTo>
                  <a:lnTo>
                    <a:pt x="1867566" y="569976"/>
                  </a:lnTo>
                  <a:lnTo>
                    <a:pt x="1822437" y="574528"/>
                  </a:lnTo>
                  <a:lnTo>
                    <a:pt x="1779190" y="587855"/>
                  </a:lnTo>
                  <a:lnTo>
                    <a:pt x="1738384" y="609464"/>
                  </a:lnTo>
                  <a:lnTo>
                    <a:pt x="1700579" y="638862"/>
                  </a:lnTo>
                  <a:lnTo>
                    <a:pt x="1666336" y="675556"/>
                  </a:lnTo>
                  <a:lnTo>
                    <a:pt x="1636214" y="719052"/>
                  </a:lnTo>
                  <a:lnTo>
                    <a:pt x="1610772" y="768858"/>
                  </a:lnTo>
                  <a:lnTo>
                    <a:pt x="1167669" y="1790446"/>
                  </a:lnTo>
                  <a:lnTo>
                    <a:pt x="1187812" y="1801560"/>
                  </a:lnTo>
                  <a:lnTo>
                    <a:pt x="1194631" y="1803755"/>
                  </a:lnTo>
                  <a:lnTo>
                    <a:pt x="1201785" y="1805384"/>
                  </a:lnTo>
                  <a:lnTo>
                    <a:pt x="1209057" y="1806370"/>
                  </a:lnTo>
                  <a:lnTo>
                    <a:pt x="1216437" y="1806702"/>
                  </a:lnTo>
                  <a:lnTo>
                    <a:pt x="1831244" y="1806702"/>
                  </a:lnTo>
                  <a:lnTo>
                    <a:pt x="1885791" y="1786810"/>
                  </a:lnTo>
                  <a:lnTo>
                    <a:pt x="1925478" y="1732534"/>
                  </a:lnTo>
                  <a:lnTo>
                    <a:pt x="2233453" y="1025525"/>
                  </a:lnTo>
                  <a:lnTo>
                    <a:pt x="2248403" y="953309"/>
                  </a:lnTo>
                  <a:lnTo>
                    <a:pt x="2244669" y="915975"/>
                  </a:lnTo>
                  <a:lnTo>
                    <a:pt x="2233453" y="880999"/>
                  </a:lnTo>
                  <a:lnTo>
                    <a:pt x="2097944" y="569976"/>
                  </a:lnTo>
                  <a:close/>
                </a:path>
                <a:path w="4639309" h="5154295">
                  <a:moveTo>
                    <a:pt x="1991009" y="109220"/>
                  </a:moveTo>
                  <a:lnTo>
                    <a:pt x="1834165" y="109220"/>
                  </a:lnTo>
                  <a:lnTo>
                    <a:pt x="1862516" y="114341"/>
                  </a:lnTo>
                  <a:lnTo>
                    <a:pt x="1888759" y="129047"/>
                  </a:lnTo>
                  <a:lnTo>
                    <a:pt x="1911264" y="152350"/>
                  </a:lnTo>
                  <a:lnTo>
                    <a:pt x="1928399" y="183261"/>
                  </a:lnTo>
                  <a:lnTo>
                    <a:pt x="2092356" y="559688"/>
                  </a:lnTo>
                  <a:lnTo>
                    <a:pt x="2187225" y="559688"/>
                  </a:lnTo>
                  <a:lnTo>
                    <a:pt x="1991009" y="109220"/>
                  </a:lnTo>
                  <a:close/>
                </a:path>
              </a:pathLst>
            </a:custGeom>
            <a:solidFill>
              <a:srgbClr val="7E7E7E">
                <a:alpha val="1490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4952" y="1716024"/>
              <a:ext cx="3203448" cy="3425952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1470152" y="153161"/>
            <a:ext cx="80867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14" dirty="0">
                <a:solidFill>
                  <a:srgbClr val="1F487C"/>
                </a:solidFill>
              </a:rPr>
              <a:t>SMART</a:t>
            </a:r>
            <a:r>
              <a:rPr sz="4000" spc="-30" dirty="0">
                <a:solidFill>
                  <a:srgbClr val="1F487C"/>
                </a:solidFill>
              </a:rPr>
              <a:t> </a:t>
            </a:r>
            <a:r>
              <a:rPr sz="4000" spc="90" dirty="0">
                <a:solidFill>
                  <a:srgbClr val="1F487C"/>
                </a:solidFill>
              </a:rPr>
              <a:t>INDIA</a:t>
            </a:r>
            <a:r>
              <a:rPr sz="4000" spc="-15" dirty="0">
                <a:solidFill>
                  <a:srgbClr val="1F487C"/>
                </a:solidFill>
              </a:rPr>
              <a:t> </a:t>
            </a:r>
            <a:r>
              <a:rPr sz="4000" dirty="0">
                <a:solidFill>
                  <a:srgbClr val="1F487C"/>
                </a:solidFill>
              </a:rPr>
              <a:t>HACKATHON</a:t>
            </a:r>
            <a:r>
              <a:rPr sz="4000" spc="5" dirty="0">
                <a:solidFill>
                  <a:srgbClr val="1F487C"/>
                </a:solidFill>
              </a:rPr>
              <a:t> </a:t>
            </a:r>
            <a:r>
              <a:rPr sz="4000" spc="-60" dirty="0">
                <a:solidFill>
                  <a:srgbClr val="1F487C"/>
                </a:solidFill>
              </a:rPr>
              <a:t>2026</a:t>
            </a:r>
            <a:endParaRPr sz="4000"/>
          </a:p>
        </p:txBody>
      </p:sp>
      <p:sp>
        <p:nvSpPr>
          <p:cNvPr id="6" name="object 6"/>
          <p:cNvSpPr txBox="1"/>
          <p:nvPr/>
        </p:nvSpPr>
        <p:spPr>
          <a:xfrm>
            <a:off x="0" y="1044085"/>
            <a:ext cx="6534528" cy="525849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295"/>
              </a:spcBef>
            </a:pPr>
            <a:endParaRPr sz="32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20"/>
              </a:spcBef>
              <a:buFont typeface="Arial" panose="020B0604020202020204" pitchFamily="34" charset="0"/>
              <a:buChar char="•"/>
            </a:pPr>
            <a:r>
              <a:rPr lang="en-IN" sz="2000" b="1" dirty="0">
                <a:latin typeface="Arial"/>
                <a:cs typeface="Arial"/>
              </a:rPr>
              <a:t>Problem</a:t>
            </a:r>
            <a:r>
              <a:rPr lang="en-IN" sz="2000" b="1" spc="-25" dirty="0">
                <a:latin typeface="Arial"/>
                <a:cs typeface="Arial"/>
              </a:rPr>
              <a:t> </a:t>
            </a:r>
            <a:r>
              <a:rPr lang="en-IN" sz="2000" b="1" dirty="0">
                <a:latin typeface="Arial"/>
                <a:cs typeface="Arial"/>
              </a:rPr>
              <a:t>Statement</a:t>
            </a:r>
            <a:r>
              <a:rPr lang="en-IN" sz="2000" b="1" spc="-10" dirty="0">
                <a:latin typeface="Arial"/>
                <a:cs typeface="Arial"/>
              </a:rPr>
              <a:t> </a:t>
            </a:r>
            <a:r>
              <a:rPr lang="en-IN" sz="2000" b="1" dirty="0">
                <a:latin typeface="Arial"/>
                <a:cs typeface="Arial"/>
              </a:rPr>
              <a:t>ID</a:t>
            </a:r>
            <a:r>
              <a:rPr lang="en-IN" sz="2000" b="1" spc="-10" dirty="0">
                <a:latin typeface="Arial"/>
                <a:cs typeface="Arial"/>
              </a:rPr>
              <a:t> </a:t>
            </a:r>
            <a:r>
              <a:rPr lang="en-IN" sz="2000" b="1" dirty="0">
                <a:latin typeface="Arial"/>
                <a:cs typeface="Arial"/>
              </a:rPr>
              <a:t>-</a:t>
            </a:r>
            <a:r>
              <a:rPr lang="en-IN" sz="2000" b="1" spc="-10" dirty="0">
                <a:latin typeface="Arial"/>
                <a:cs typeface="Arial"/>
              </a:rPr>
              <a:t>  </a:t>
            </a:r>
            <a:r>
              <a:rPr lang="en-IN" sz="18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SIH26199</a:t>
            </a:r>
            <a:endParaRPr lang="en-IN" sz="2000" dirty="0">
              <a:solidFill>
                <a:schemeClr val="tx2">
                  <a:lumMod val="60000"/>
                  <a:lumOff val="40000"/>
                </a:schemeClr>
              </a:solidFill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IN" sz="2000" dirty="0">
              <a:latin typeface="Arial MT"/>
              <a:cs typeface="Arial"/>
            </a:endParaRPr>
          </a:p>
          <a:p>
            <a:pPr marL="355600" marR="508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Arial"/>
                <a:cs typeface="Arial"/>
              </a:rPr>
              <a:t>Problem</a:t>
            </a:r>
            <a:r>
              <a:rPr lang="en-IN" sz="2000" b="1" spc="-45" dirty="0">
                <a:latin typeface="Arial"/>
                <a:cs typeface="Arial"/>
              </a:rPr>
              <a:t> </a:t>
            </a:r>
            <a:r>
              <a:rPr lang="en-IN" sz="2000" b="1" dirty="0">
                <a:latin typeface="Arial"/>
                <a:cs typeface="Arial"/>
              </a:rPr>
              <a:t>Statement</a:t>
            </a:r>
            <a:r>
              <a:rPr lang="en-IN" sz="2000" b="1" spc="-25" dirty="0">
                <a:latin typeface="Arial"/>
                <a:cs typeface="Arial"/>
              </a:rPr>
              <a:t> </a:t>
            </a:r>
            <a:r>
              <a:rPr lang="en-IN" sz="2000" b="1" dirty="0">
                <a:latin typeface="Arial"/>
                <a:cs typeface="Arial"/>
              </a:rPr>
              <a:t>Title</a:t>
            </a:r>
            <a:r>
              <a:rPr lang="en-IN" sz="2000" b="1" spc="-25" dirty="0">
                <a:latin typeface="Arial"/>
                <a:cs typeface="Arial"/>
              </a:rPr>
              <a:t> </a:t>
            </a:r>
            <a:r>
              <a:rPr lang="en-IN" sz="2000" b="1" dirty="0">
                <a:latin typeface="Arial"/>
                <a:cs typeface="Arial"/>
              </a:rPr>
              <a:t>-</a:t>
            </a:r>
            <a:r>
              <a:rPr lang="en-IN" sz="2000" spc="-10" dirty="0">
                <a:solidFill>
                  <a:srgbClr val="034597"/>
                </a:solidFill>
                <a:latin typeface="Arial MT"/>
                <a:cs typeface="Arial MT"/>
              </a:rPr>
              <a:t>.</a:t>
            </a:r>
            <a:r>
              <a:rPr lang="en-IN" sz="1100" dirty="0"/>
              <a:t> 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Student Innovation-Technology ideas in tertiary sectors like Hospitality, Financial Services, Entertainment and Retail.</a:t>
            </a:r>
            <a:endParaRPr lang="en-IN" sz="2400" dirty="0">
              <a:solidFill>
                <a:schemeClr val="accent1">
                  <a:lumMod val="75000"/>
                </a:schemeClr>
              </a:solidFill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3192780" algn="l"/>
              </a:tabLst>
            </a:pPr>
            <a:endParaRPr lang="en-IN" sz="2000" b="1" spc="-1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3192780" algn="l"/>
              </a:tabLst>
            </a:pPr>
            <a:r>
              <a:rPr lang="en-IN" sz="2000" b="1" spc="-10" dirty="0">
                <a:latin typeface="Arial"/>
                <a:cs typeface="Arial"/>
              </a:rPr>
              <a:t>Theme </a:t>
            </a:r>
            <a:r>
              <a:rPr lang="en-IN" sz="2000" b="1" dirty="0">
                <a:latin typeface="Arial"/>
                <a:cs typeface="Arial"/>
              </a:rPr>
              <a:t>- </a:t>
            </a:r>
            <a:r>
              <a:rPr lang="en-IN" sz="2000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Miscellaneous</a:t>
            </a:r>
            <a:endParaRPr lang="en-IN" sz="2000" dirty="0">
              <a:solidFill>
                <a:schemeClr val="accent1">
                  <a:lumMod val="75000"/>
                </a:schemeClr>
              </a:solidFill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3043555" algn="l"/>
              </a:tabLst>
            </a:pPr>
            <a:endParaRPr lang="en-IN" sz="2000" b="1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3043555" algn="l"/>
              </a:tabLst>
            </a:pPr>
            <a:r>
              <a:rPr lang="en-IN" sz="2000" b="1" dirty="0">
                <a:latin typeface="Arial"/>
                <a:cs typeface="Arial"/>
              </a:rPr>
              <a:t>PS </a:t>
            </a:r>
            <a:r>
              <a:rPr lang="en-IN" sz="2000" b="1" spc="-10" dirty="0">
                <a:latin typeface="Arial"/>
                <a:cs typeface="Arial"/>
              </a:rPr>
              <a:t>Category</a:t>
            </a:r>
            <a:r>
              <a:rPr lang="en-IN" sz="2000" b="1" dirty="0">
                <a:latin typeface="Arial"/>
                <a:cs typeface="Arial"/>
              </a:rPr>
              <a:t>-</a:t>
            </a:r>
            <a:r>
              <a:rPr lang="en-IN" sz="2000" b="1" spc="-5" dirty="0">
                <a:latin typeface="Arial"/>
                <a:cs typeface="Arial"/>
              </a:rPr>
              <a:t>  </a:t>
            </a:r>
            <a:r>
              <a:rPr lang="en-IN" sz="2000" spc="-10" dirty="0">
                <a:solidFill>
                  <a:srgbClr val="034597"/>
                </a:solidFill>
                <a:latin typeface="Arial MT"/>
                <a:cs typeface="Arial MT"/>
              </a:rPr>
              <a:t>Software &amp; Hardware</a:t>
            </a:r>
          </a:p>
          <a:p>
            <a:pPr marL="12700">
              <a:lnSpc>
                <a:spcPct val="100000"/>
              </a:lnSpc>
              <a:tabLst>
                <a:tab pos="3043555" algn="l"/>
              </a:tabLst>
            </a:pPr>
            <a:endParaRPr lang="en-IN" sz="2000" dirty="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3071495" algn="l"/>
              </a:tabLst>
            </a:pPr>
            <a:r>
              <a:rPr lang="en-IN" sz="2400" b="1" spc="-25" dirty="0">
                <a:latin typeface="Arial"/>
                <a:cs typeface="Arial"/>
              </a:rPr>
              <a:t>Team</a:t>
            </a:r>
            <a:r>
              <a:rPr lang="en-IN" sz="2400" b="1" spc="-220" dirty="0">
                <a:latin typeface="Arial"/>
                <a:cs typeface="Arial"/>
              </a:rPr>
              <a:t> </a:t>
            </a:r>
            <a:r>
              <a:rPr lang="en-IN" sz="2400" b="1" spc="-25" dirty="0">
                <a:latin typeface="Arial"/>
                <a:cs typeface="Arial"/>
              </a:rPr>
              <a:t>ID </a:t>
            </a:r>
            <a:r>
              <a:rPr lang="en-IN" sz="2400" b="1" dirty="0">
                <a:latin typeface="Arial"/>
                <a:cs typeface="Arial"/>
              </a:rPr>
              <a:t>-</a:t>
            </a:r>
            <a:r>
              <a:rPr lang="en-IN" sz="2400" b="1" spc="-10" dirty="0">
                <a:latin typeface="Arial"/>
                <a:cs typeface="Arial"/>
              </a:rPr>
              <a:t>  </a:t>
            </a:r>
            <a:r>
              <a:rPr lang="en-IN" sz="1800" dirty="0">
                <a:solidFill>
                  <a:schemeClr val="accent1">
                    <a:lumMod val="75000"/>
                  </a:schemeClr>
                </a:solidFill>
              </a:rPr>
              <a:t>172930</a:t>
            </a:r>
          </a:p>
          <a:p>
            <a:pPr marL="12700">
              <a:lnSpc>
                <a:spcPct val="100000"/>
              </a:lnSpc>
              <a:tabLst>
                <a:tab pos="3071495" algn="l"/>
              </a:tabLst>
            </a:pPr>
            <a:endParaRPr lang="en-IN" sz="2400" dirty="0">
              <a:solidFill>
                <a:schemeClr val="accent1">
                  <a:lumMod val="75000"/>
                </a:schemeClr>
              </a:solidFill>
              <a:latin typeface="Arial MT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" panose="020B0604020202020204" pitchFamily="34" charset="0"/>
              <a:buChar char="•"/>
              <a:tabLst>
                <a:tab pos="2985770" algn="l"/>
              </a:tabLst>
            </a:pPr>
            <a:r>
              <a:rPr lang="en-IN" sz="2400" b="1" spc="-20" dirty="0">
                <a:latin typeface="Arial MT"/>
                <a:cs typeface="Arial"/>
              </a:rPr>
              <a:t> </a:t>
            </a:r>
            <a:r>
              <a:rPr lang="en-IN" sz="2000" b="1" spc="-20" dirty="0">
                <a:latin typeface="Arial"/>
                <a:cs typeface="Arial"/>
              </a:rPr>
              <a:t>Team</a:t>
            </a:r>
            <a:r>
              <a:rPr lang="en-IN" sz="2000" b="1" spc="-195" dirty="0">
                <a:latin typeface="Arial"/>
                <a:cs typeface="Arial"/>
              </a:rPr>
              <a:t> </a:t>
            </a:r>
            <a:r>
              <a:rPr lang="en-IN" sz="2000" b="1" spc="-20" dirty="0">
                <a:latin typeface="Arial"/>
                <a:cs typeface="Arial"/>
              </a:rPr>
              <a:t>Name </a:t>
            </a:r>
            <a:r>
              <a:rPr lang="en-IN" sz="2000" b="1" dirty="0">
                <a:latin typeface="Arial"/>
                <a:cs typeface="Arial"/>
              </a:rPr>
              <a:t>-   </a:t>
            </a:r>
            <a:r>
              <a:rPr lang="en-IN" sz="2000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SCANX</a:t>
            </a:r>
            <a:endParaRPr lang="en-IN" sz="2000" dirty="0">
              <a:solidFill>
                <a:schemeClr val="accent1">
                  <a:lumMod val="75000"/>
                </a:schemeClr>
              </a:solidFill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79507" y="1523"/>
            <a:ext cx="2250948" cy="10622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3E16A1A-2083-2C9F-1678-A3B012193C6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6200" y="6219999"/>
            <a:ext cx="524255" cy="5242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56577" y="-336980"/>
            <a:ext cx="8100948" cy="992759"/>
          </a:xfrm>
          <a:prstGeom prst="rect">
            <a:avLst/>
          </a:prstGeom>
        </p:spPr>
        <p:txBody>
          <a:bodyPr vert="horz" wrap="square" lIns="0" tIns="431419" rIns="0" bIns="0" rtlCol="0">
            <a:spAutoFit/>
          </a:bodyPr>
          <a:lstStyle/>
          <a:p>
            <a:pPr marL="2887980">
              <a:lnSpc>
                <a:spcPct val="100000"/>
              </a:lnSpc>
              <a:spcBef>
                <a:spcPts val="100"/>
              </a:spcBef>
            </a:pPr>
            <a:r>
              <a:rPr lang="en-US" spc="-10" dirty="0">
                <a:hlinkClick r:id="rId2"/>
              </a:rPr>
              <a:t>FLOWCHECKOUT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168988" y="880714"/>
            <a:ext cx="12023012" cy="253723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74650" indent="-363855" algn="ctr">
              <a:lnSpc>
                <a:spcPct val="100000"/>
              </a:lnSpc>
              <a:spcBef>
                <a:spcPts val="105"/>
              </a:spcBef>
              <a:buSzPct val="96875"/>
              <a:buFont typeface="Wingdings"/>
              <a:buChar char=""/>
              <a:tabLst>
                <a:tab pos="374650" algn="l"/>
              </a:tabLst>
            </a:pPr>
            <a:r>
              <a:rPr sz="2400" b="1" u="sng" dirty="0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  <a:latin typeface="Arial"/>
                <a:cs typeface="Arial"/>
              </a:rPr>
              <a:t>Proposed</a:t>
            </a:r>
            <a:r>
              <a:rPr sz="2400" b="1" u="sng" spc="-55" dirty="0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  <a:latin typeface="Arial"/>
                <a:cs typeface="Arial"/>
              </a:rPr>
              <a:t> </a:t>
            </a:r>
            <a:r>
              <a:rPr sz="2400" b="1" u="sng" dirty="0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  <a:latin typeface="Arial"/>
                <a:cs typeface="Arial"/>
              </a:rPr>
              <a:t>Solution</a:t>
            </a:r>
            <a:r>
              <a:rPr sz="2400" b="1" u="sng" spc="-60" dirty="0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  <a:latin typeface="Arial"/>
                <a:cs typeface="Arial"/>
              </a:rPr>
              <a:t> </a:t>
            </a:r>
            <a:r>
              <a:rPr sz="2400" b="1" u="sng" dirty="0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  <a:latin typeface="Arial"/>
                <a:cs typeface="Arial"/>
              </a:rPr>
              <a:t>(Describe</a:t>
            </a:r>
            <a:r>
              <a:rPr sz="2400" b="1" u="sng" spc="-60" dirty="0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  <a:latin typeface="Arial"/>
                <a:cs typeface="Arial"/>
              </a:rPr>
              <a:t> </a:t>
            </a:r>
            <a:r>
              <a:rPr sz="2400" b="1" u="sng" dirty="0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  <a:latin typeface="Arial"/>
                <a:cs typeface="Arial"/>
              </a:rPr>
              <a:t>your</a:t>
            </a:r>
            <a:r>
              <a:rPr sz="2400" b="1" u="sng" spc="-45" dirty="0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  <a:latin typeface="Arial"/>
                <a:cs typeface="Arial"/>
              </a:rPr>
              <a:t> </a:t>
            </a:r>
            <a:r>
              <a:rPr sz="2400" b="1" u="sng" spc="-10" dirty="0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  <a:latin typeface="Arial"/>
                <a:cs typeface="Arial"/>
              </a:rPr>
              <a:t>Idea/Solution/Prototype)</a:t>
            </a:r>
            <a:endParaRPr sz="2400" dirty="0">
              <a:latin typeface="Arial"/>
              <a:cs typeface="Arial"/>
            </a:endParaRPr>
          </a:p>
          <a:p>
            <a:pPr lvl="0"/>
            <a:endParaRPr lang="en-IN" sz="2000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Self-Checkout:</a:t>
            </a:r>
            <a:r>
              <a:rPr lang="en-IN" sz="2000" dirty="0"/>
              <a:t> Customers scan product barcodes through the Checkout app while shopping.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Digital Cart &amp; Bill:</a:t>
            </a:r>
            <a:r>
              <a:rPr lang="en-IN" sz="2000" dirty="0"/>
              <a:t> Scanned products are automatically added with price and quantity.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UPI Payment:</a:t>
            </a:r>
            <a:r>
              <a:rPr lang="en-IN" sz="2000" dirty="0"/>
              <a:t> Customers pay directly through the app without waiting at a billing counter.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Exit Verification:</a:t>
            </a:r>
            <a:r>
              <a:rPr lang="en-IN" sz="2000" dirty="0"/>
              <a:t> A camera/barcode system checks the physical items against the paid bill.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Mismatch Detection:</a:t>
            </a:r>
            <a:r>
              <a:rPr lang="en-IN" sz="2000" dirty="0"/>
              <a:t> Extra or unpaid items trigger an alert for store staff.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Fast Exit:</a:t>
            </a:r>
            <a:r>
              <a:rPr lang="en-IN" sz="2000" dirty="0"/>
              <a:t> If everything matches, the customer gets a </a:t>
            </a:r>
            <a:r>
              <a:rPr lang="en-IN" sz="2000" b="1" dirty="0"/>
              <a:t>“Verified – You Can Exit”</a:t>
            </a:r>
            <a:r>
              <a:rPr lang="en-IN" sz="2000" dirty="0"/>
              <a:t> confirmation.</a:t>
            </a:r>
          </a:p>
        </p:txBody>
      </p:sp>
      <p:sp>
        <p:nvSpPr>
          <p:cNvPr id="4" name="object 4"/>
          <p:cNvSpPr/>
          <p:nvPr/>
        </p:nvSpPr>
        <p:spPr>
          <a:xfrm>
            <a:off x="271145" y="304800"/>
            <a:ext cx="1405255" cy="914400"/>
          </a:xfrm>
          <a:custGeom>
            <a:avLst/>
            <a:gdLst/>
            <a:ahLst/>
            <a:cxnLst/>
            <a:rect l="l" t="t" r="r" b="b"/>
            <a:pathLst>
              <a:path w="1252855" h="806450">
                <a:moveTo>
                  <a:pt x="0" y="403098"/>
                </a:moveTo>
                <a:lnTo>
                  <a:pt x="10091" y="330639"/>
                </a:lnTo>
                <a:lnTo>
                  <a:pt x="39186" y="262441"/>
                </a:lnTo>
                <a:lnTo>
                  <a:pt x="60307" y="230296"/>
                </a:lnTo>
                <a:lnTo>
                  <a:pt x="85516" y="199643"/>
                </a:lnTo>
                <a:lnTo>
                  <a:pt x="114591" y="170625"/>
                </a:lnTo>
                <a:lnTo>
                  <a:pt x="147311" y="143384"/>
                </a:lnTo>
                <a:lnTo>
                  <a:pt x="183456" y="118062"/>
                </a:lnTo>
                <a:lnTo>
                  <a:pt x="222803" y="94801"/>
                </a:lnTo>
                <a:lnTo>
                  <a:pt x="265133" y="73744"/>
                </a:lnTo>
                <a:lnTo>
                  <a:pt x="310224" y="55033"/>
                </a:lnTo>
                <a:lnTo>
                  <a:pt x="357854" y="38810"/>
                </a:lnTo>
                <a:lnTo>
                  <a:pt x="407803" y="25218"/>
                </a:lnTo>
                <a:lnTo>
                  <a:pt x="459850" y="14398"/>
                </a:lnTo>
                <a:lnTo>
                  <a:pt x="513773" y="6494"/>
                </a:lnTo>
                <a:lnTo>
                  <a:pt x="569351" y="1647"/>
                </a:lnTo>
                <a:lnTo>
                  <a:pt x="626363" y="0"/>
                </a:lnTo>
                <a:lnTo>
                  <a:pt x="683378" y="1647"/>
                </a:lnTo>
                <a:lnTo>
                  <a:pt x="738958" y="6494"/>
                </a:lnTo>
                <a:lnTo>
                  <a:pt x="792882" y="14398"/>
                </a:lnTo>
                <a:lnTo>
                  <a:pt x="844929" y="25218"/>
                </a:lnTo>
                <a:lnTo>
                  <a:pt x="894878" y="38810"/>
                </a:lnTo>
                <a:lnTo>
                  <a:pt x="942509" y="55033"/>
                </a:lnTo>
                <a:lnTo>
                  <a:pt x="987599" y="73744"/>
                </a:lnTo>
                <a:lnTo>
                  <a:pt x="1029929" y="94801"/>
                </a:lnTo>
                <a:lnTo>
                  <a:pt x="1069276" y="118062"/>
                </a:lnTo>
                <a:lnTo>
                  <a:pt x="1105420" y="143384"/>
                </a:lnTo>
                <a:lnTo>
                  <a:pt x="1138140" y="170625"/>
                </a:lnTo>
                <a:lnTo>
                  <a:pt x="1167214" y="199644"/>
                </a:lnTo>
                <a:lnTo>
                  <a:pt x="1192422" y="230296"/>
                </a:lnTo>
                <a:lnTo>
                  <a:pt x="1213543" y="262441"/>
                </a:lnTo>
                <a:lnTo>
                  <a:pt x="1242636" y="330639"/>
                </a:lnTo>
                <a:lnTo>
                  <a:pt x="1252728" y="403098"/>
                </a:lnTo>
                <a:lnTo>
                  <a:pt x="1250168" y="439789"/>
                </a:lnTo>
                <a:lnTo>
                  <a:pt x="1230354" y="510259"/>
                </a:lnTo>
                <a:lnTo>
                  <a:pt x="1192422" y="575899"/>
                </a:lnTo>
                <a:lnTo>
                  <a:pt x="1167214" y="606551"/>
                </a:lnTo>
                <a:lnTo>
                  <a:pt x="1138140" y="635570"/>
                </a:lnTo>
                <a:lnTo>
                  <a:pt x="1105420" y="662811"/>
                </a:lnTo>
                <a:lnTo>
                  <a:pt x="1069276" y="688133"/>
                </a:lnTo>
                <a:lnTo>
                  <a:pt x="1029929" y="711394"/>
                </a:lnTo>
                <a:lnTo>
                  <a:pt x="987599" y="732451"/>
                </a:lnTo>
                <a:lnTo>
                  <a:pt x="942509" y="751162"/>
                </a:lnTo>
                <a:lnTo>
                  <a:pt x="894878" y="767385"/>
                </a:lnTo>
                <a:lnTo>
                  <a:pt x="844929" y="780977"/>
                </a:lnTo>
                <a:lnTo>
                  <a:pt x="792882" y="791797"/>
                </a:lnTo>
                <a:lnTo>
                  <a:pt x="738958" y="799701"/>
                </a:lnTo>
                <a:lnTo>
                  <a:pt x="683378" y="804548"/>
                </a:lnTo>
                <a:lnTo>
                  <a:pt x="626363" y="806195"/>
                </a:lnTo>
                <a:lnTo>
                  <a:pt x="569351" y="804548"/>
                </a:lnTo>
                <a:lnTo>
                  <a:pt x="513773" y="799701"/>
                </a:lnTo>
                <a:lnTo>
                  <a:pt x="459850" y="791797"/>
                </a:lnTo>
                <a:lnTo>
                  <a:pt x="407803" y="780977"/>
                </a:lnTo>
                <a:lnTo>
                  <a:pt x="357854" y="767385"/>
                </a:lnTo>
                <a:lnTo>
                  <a:pt x="310224" y="751162"/>
                </a:lnTo>
                <a:lnTo>
                  <a:pt x="265133" y="732451"/>
                </a:lnTo>
                <a:lnTo>
                  <a:pt x="222803" y="711394"/>
                </a:lnTo>
                <a:lnTo>
                  <a:pt x="183456" y="688133"/>
                </a:lnTo>
                <a:lnTo>
                  <a:pt x="147311" y="662811"/>
                </a:lnTo>
                <a:lnTo>
                  <a:pt x="114591" y="635570"/>
                </a:lnTo>
                <a:lnTo>
                  <a:pt x="85516" y="606551"/>
                </a:lnTo>
                <a:lnTo>
                  <a:pt x="60307" y="575899"/>
                </a:lnTo>
                <a:lnTo>
                  <a:pt x="39186" y="543754"/>
                </a:lnTo>
                <a:lnTo>
                  <a:pt x="10091" y="475556"/>
                </a:lnTo>
                <a:lnTo>
                  <a:pt x="0" y="403098"/>
                </a:lnTo>
                <a:close/>
              </a:path>
            </a:pathLst>
          </a:custGeom>
          <a:ln w="25908">
            <a:solidFill>
              <a:srgbClr val="8063A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08121" y="20663"/>
            <a:ext cx="2203258" cy="1023949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r>
              <a:rPr dirty="0"/>
              <a:t>@SIH</a:t>
            </a:r>
            <a:r>
              <a:rPr spc="15" dirty="0"/>
              <a:t> </a:t>
            </a:r>
            <a:r>
              <a:rPr dirty="0"/>
              <a:t>Idea </a:t>
            </a:r>
            <a:r>
              <a:rPr spc="-10" dirty="0"/>
              <a:t>submission-</a:t>
            </a:r>
            <a:r>
              <a:rPr spc="-40" dirty="0"/>
              <a:t> </a:t>
            </a:r>
            <a:r>
              <a:rPr spc="-10" dirty="0"/>
              <a:t>Template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0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21D16B8-9110-0F79-1681-B5FB952A75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10" y="3505200"/>
            <a:ext cx="12011379" cy="27431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39CEA53-B500-23BD-0388-B24879C8D199}"/>
              </a:ext>
            </a:extLst>
          </p:cNvPr>
          <p:cNvSpPr txBox="1"/>
          <p:nvPr/>
        </p:nvSpPr>
        <p:spPr>
          <a:xfrm>
            <a:off x="431381" y="533400"/>
            <a:ext cx="116881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howcard Gothic" panose="04020904020102020604" pitchFamily="82" charset="0"/>
              </a:rPr>
              <a:t>SCAN-X</a:t>
            </a:r>
            <a:endParaRPr lang="en-IN" sz="2200" b="1" dirty="0">
              <a:solidFill>
                <a:schemeClr val="accent6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howcard Gothic" panose="04020904020102020604" pitchFamily="8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143000" y="150241"/>
            <a:ext cx="8100948" cy="992759"/>
          </a:xfrm>
          <a:prstGeom prst="rect">
            <a:avLst/>
          </a:prstGeom>
        </p:spPr>
        <p:txBody>
          <a:bodyPr vert="horz" wrap="square" lIns="0" tIns="109042" rIns="0" bIns="0" rtlCol="0">
            <a:spAutoFit/>
          </a:bodyPr>
          <a:lstStyle/>
          <a:p>
            <a:pPr marL="1913889">
              <a:lnSpc>
                <a:spcPct val="100000"/>
              </a:lnSpc>
              <a:spcBef>
                <a:spcPts val="100"/>
              </a:spcBef>
            </a:pPr>
            <a:r>
              <a:rPr dirty="0"/>
              <a:t>TECHNICAL</a:t>
            </a:r>
            <a:r>
              <a:rPr spc="-415" dirty="0"/>
              <a:t> </a:t>
            </a:r>
            <a:r>
              <a:rPr spc="-10" dirty="0"/>
              <a:t>APPROACH</a:t>
            </a:r>
          </a:p>
        </p:txBody>
      </p:sp>
      <p:sp>
        <p:nvSpPr>
          <p:cNvPr id="4" name="object 4"/>
          <p:cNvSpPr/>
          <p:nvPr/>
        </p:nvSpPr>
        <p:spPr>
          <a:xfrm>
            <a:off x="117388" y="57723"/>
            <a:ext cx="1406612" cy="921555"/>
          </a:xfrm>
          <a:custGeom>
            <a:avLst/>
            <a:gdLst/>
            <a:ahLst/>
            <a:cxnLst/>
            <a:rect l="l" t="t" r="r" b="b"/>
            <a:pathLst>
              <a:path w="1252855" h="806450">
                <a:moveTo>
                  <a:pt x="0" y="403098"/>
                </a:moveTo>
                <a:lnTo>
                  <a:pt x="10091" y="330639"/>
                </a:lnTo>
                <a:lnTo>
                  <a:pt x="39186" y="262441"/>
                </a:lnTo>
                <a:lnTo>
                  <a:pt x="60307" y="230296"/>
                </a:lnTo>
                <a:lnTo>
                  <a:pt x="85516" y="199643"/>
                </a:lnTo>
                <a:lnTo>
                  <a:pt x="114591" y="170625"/>
                </a:lnTo>
                <a:lnTo>
                  <a:pt x="147311" y="143384"/>
                </a:lnTo>
                <a:lnTo>
                  <a:pt x="183456" y="118062"/>
                </a:lnTo>
                <a:lnTo>
                  <a:pt x="222803" y="94801"/>
                </a:lnTo>
                <a:lnTo>
                  <a:pt x="265133" y="73744"/>
                </a:lnTo>
                <a:lnTo>
                  <a:pt x="310224" y="55033"/>
                </a:lnTo>
                <a:lnTo>
                  <a:pt x="357854" y="38810"/>
                </a:lnTo>
                <a:lnTo>
                  <a:pt x="407803" y="25218"/>
                </a:lnTo>
                <a:lnTo>
                  <a:pt x="459850" y="14398"/>
                </a:lnTo>
                <a:lnTo>
                  <a:pt x="513773" y="6494"/>
                </a:lnTo>
                <a:lnTo>
                  <a:pt x="569351" y="1647"/>
                </a:lnTo>
                <a:lnTo>
                  <a:pt x="626363" y="0"/>
                </a:lnTo>
                <a:lnTo>
                  <a:pt x="683378" y="1647"/>
                </a:lnTo>
                <a:lnTo>
                  <a:pt x="738958" y="6494"/>
                </a:lnTo>
                <a:lnTo>
                  <a:pt x="792882" y="14398"/>
                </a:lnTo>
                <a:lnTo>
                  <a:pt x="844929" y="25218"/>
                </a:lnTo>
                <a:lnTo>
                  <a:pt x="894878" y="38810"/>
                </a:lnTo>
                <a:lnTo>
                  <a:pt x="942509" y="55033"/>
                </a:lnTo>
                <a:lnTo>
                  <a:pt x="987599" y="73744"/>
                </a:lnTo>
                <a:lnTo>
                  <a:pt x="1029929" y="94801"/>
                </a:lnTo>
                <a:lnTo>
                  <a:pt x="1069276" y="118062"/>
                </a:lnTo>
                <a:lnTo>
                  <a:pt x="1105420" y="143384"/>
                </a:lnTo>
                <a:lnTo>
                  <a:pt x="1138140" y="170625"/>
                </a:lnTo>
                <a:lnTo>
                  <a:pt x="1167214" y="199644"/>
                </a:lnTo>
                <a:lnTo>
                  <a:pt x="1192422" y="230296"/>
                </a:lnTo>
                <a:lnTo>
                  <a:pt x="1213543" y="262441"/>
                </a:lnTo>
                <a:lnTo>
                  <a:pt x="1242636" y="330639"/>
                </a:lnTo>
                <a:lnTo>
                  <a:pt x="1252728" y="403098"/>
                </a:lnTo>
                <a:lnTo>
                  <a:pt x="1250168" y="439789"/>
                </a:lnTo>
                <a:lnTo>
                  <a:pt x="1230354" y="510259"/>
                </a:lnTo>
                <a:lnTo>
                  <a:pt x="1192422" y="575899"/>
                </a:lnTo>
                <a:lnTo>
                  <a:pt x="1167214" y="606551"/>
                </a:lnTo>
                <a:lnTo>
                  <a:pt x="1138140" y="635570"/>
                </a:lnTo>
                <a:lnTo>
                  <a:pt x="1105420" y="662811"/>
                </a:lnTo>
                <a:lnTo>
                  <a:pt x="1069276" y="688133"/>
                </a:lnTo>
                <a:lnTo>
                  <a:pt x="1029929" y="711394"/>
                </a:lnTo>
                <a:lnTo>
                  <a:pt x="987599" y="732451"/>
                </a:lnTo>
                <a:lnTo>
                  <a:pt x="942509" y="751162"/>
                </a:lnTo>
                <a:lnTo>
                  <a:pt x="894878" y="767385"/>
                </a:lnTo>
                <a:lnTo>
                  <a:pt x="844929" y="780977"/>
                </a:lnTo>
                <a:lnTo>
                  <a:pt x="792882" y="791797"/>
                </a:lnTo>
                <a:lnTo>
                  <a:pt x="738958" y="799701"/>
                </a:lnTo>
                <a:lnTo>
                  <a:pt x="683378" y="804548"/>
                </a:lnTo>
                <a:lnTo>
                  <a:pt x="626363" y="806195"/>
                </a:lnTo>
                <a:lnTo>
                  <a:pt x="569351" y="804548"/>
                </a:lnTo>
                <a:lnTo>
                  <a:pt x="513773" y="799701"/>
                </a:lnTo>
                <a:lnTo>
                  <a:pt x="459850" y="791797"/>
                </a:lnTo>
                <a:lnTo>
                  <a:pt x="407803" y="780977"/>
                </a:lnTo>
                <a:lnTo>
                  <a:pt x="357854" y="767385"/>
                </a:lnTo>
                <a:lnTo>
                  <a:pt x="310224" y="751162"/>
                </a:lnTo>
                <a:lnTo>
                  <a:pt x="265133" y="732451"/>
                </a:lnTo>
                <a:lnTo>
                  <a:pt x="222803" y="711394"/>
                </a:lnTo>
                <a:lnTo>
                  <a:pt x="183456" y="688133"/>
                </a:lnTo>
                <a:lnTo>
                  <a:pt x="147311" y="662811"/>
                </a:lnTo>
                <a:lnTo>
                  <a:pt x="114591" y="635570"/>
                </a:lnTo>
                <a:lnTo>
                  <a:pt x="85516" y="606551"/>
                </a:lnTo>
                <a:lnTo>
                  <a:pt x="60307" y="575899"/>
                </a:lnTo>
                <a:lnTo>
                  <a:pt x="39186" y="543754"/>
                </a:lnTo>
                <a:lnTo>
                  <a:pt x="10091" y="475556"/>
                </a:lnTo>
                <a:lnTo>
                  <a:pt x="0" y="403098"/>
                </a:lnTo>
                <a:close/>
              </a:path>
            </a:pathLst>
          </a:custGeom>
          <a:ln w="25908">
            <a:solidFill>
              <a:srgbClr val="8063A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71354" y="69731"/>
            <a:ext cx="2203258" cy="1023949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r>
              <a:rPr dirty="0"/>
              <a:t>@SIH</a:t>
            </a:r>
            <a:r>
              <a:rPr spc="15" dirty="0"/>
              <a:t> </a:t>
            </a:r>
            <a:r>
              <a:rPr dirty="0"/>
              <a:t>Idea </a:t>
            </a:r>
            <a:r>
              <a:rPr spc="-10" dirty="0"/>
              <a:t>submission-</a:t>
            </a:r>
            <a:r>
              <a:rPr spc="-40" dirty="0"/>
              <a:t> </a:t>
            </a:r>
            <a:r>
              <a:rPr spc="-10" dirty="0"/>
              <a:t>Template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0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0280712-43DE-5EC7-06AA-433CB57593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37" t="5639" r="6411" b="6025"/>
          <a:stretch>
            <a:fillRect/>
          </a:stretch>
        </p:blipFill>
        <p:spPr>
          <a:xfrm>
            <a:off x="13148" y="1752600"/>
            <a:ext cx="5761343" cy="419820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CD3C094-31AD-6DF9-DBB5-64A27B7DA3E0}"/>
              </a:ext>
            </a:extLst>
          </p:cNvPr>
          <p:cNvSpPr txBox="1"/>
          <p:nvPr/>
        </p:nvSpPr>
        <p:spPr>
          <a:xfrm>
            <a:off x="152400" y="990600"/>
            <a:ext cx="54828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</a:rPr>
              <a:t>Methodology &amp; Circular Process        </a:t>
            </a:r>
          </a:p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</a:rPr>
              <a:t>                   Architecture</a:t>
            </a:r>
          </a:p>
        </p:txBody>
      </p:sp>
      <p:pic>
        <p:nvPicPr>
          <p:cNvPr id="18" name="object 13">
            <a:extLst>
              <a:ext uri="{FF2B5EF4-FFF2-40B4-BE49-F238E27FC236}">
                <a16:creationId xmlns:a16="http://schemas.microsoft.com/office/drawing/2014/main" id="{C274D21F-5097-F1E6-9E31-C2D9E8D85E9F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04857" y="1143000"/>
            <a:ext cx="367343" cy="518358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357D068-3EE7-AD77-85CD-69E82FC5162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497" t="1922" r="215" b="1922"/>
          <a:stretch>
            <a:fillRect/>
          </a:stretch>
        </p:blipFill>
        <p:spPr>
          <a:xfrm>
            <a:off x="6172200" y="3360963"/>
            <a:ext cx="6019800" cy="2963637"/>
          </a:xfrm>
          <a:prstGeom prst="rect">
            <a:avLst/>
          </a:prstGeom>
        </p:spPr>
      </p:pic>
      <p:sp>
        <p:nvSpPr>
          <p:cNvPr id="21" name="object 25">
            <a:extLst>
              <a:ext uri="{FF2B5EF4-FFF2-40B4-BE49-F238E27FC236}">
                <a16:creationId xmlns:a16="http://schemas.microsoft.com/office/drawing/2014/main" id="{D4E511C0-040F-509B-E7F8-EB6E11FD2A45}"/>
              </a:ext>
            </a:extLst>
          </p:cNvPr>
          <p:cNvSpPr/>
          <p:nvPr/>
        </p:nvSpPr>
        <p:spPr>
          <a:xfrm>
            <a:off x="76200" y="5105400"/>
            <a:ext cx="1676400" cy="1219200"/>
          </a:xfrm>
          <a:custGeom>
            <a:avLst/>
            <a:gdLst/>
            <a:ahLst/>
            <a:cxnLst/>
            <a:rect l="l" t="t" r="r" b="b"/>
            <a:pathLst>
              <a:path w="2762250" h="1924050">
                <a:moveTo>
                  <a:pt x="1402849" y="1924035"/>
                </a:moveTo>
                <a:lnTo>
                  <a:pt x="1354329" y="1922511"/>
                </a:lnTo>
                <a:lnTo>
                  <a:pt x="1306159" y="1917980"/>
                </a:lnTo>
                <a:lnTo>
                  <a:pt x="1258478" y="1910502"/>
                </a:lnTo>
                <a:lnTo>
                  <a:pt x="1211430" y="1900137"/>
                </a:lnTo>
                <a:lnTo>
                  <a:pt x="1165156" y="1886946"/>
                </a:lnTo>
                <a:lnTo>
                  <a:pt x="1119799" y="1870987"/>
                </a:lnTo>
                <a:lnTo>
                  <a:pt x="1075499" y="1852322"/>
                </a:lnTo>
                <a:lnTo>
                  <a:pt x="1032398" y="1831011"/>
                </a:lnTo>
                <a:lnTo>
                  <a:pt x="990639" y="1807114"/>
                </a:lnTo>
                <a:lnTo>
                  <a:pt x="950363" y="1780690"/>
                </a:lnTo>
                <a:lnTo>
                  <a:pt x="911711" y="1751801"/>
                </a:lnTo>
                <a:lnTo>
                  <a:pt x="840912" y="1695410"/>
                </a:lnTo>
                <a:lnTo>
                  <a:pt x="798166" y="1707547"/>
                </a:lnTo>
                <a:lnTo>
                  <a:pt x="754756" y="1716242"/>
                </a:lnTo>
                <a:lnTo>
                  <a:pt x="710807" y="1721475"/>
                </a:lnTo>
                <a:lnTo>
                  <a:pt x="666443" y="1723224"/>
                </a:lnTo>
                <a:lnTo>
                  <a:pt x="617133" y="1721096"/>
                </a:lnTo>
                <a:lnTo>
                  <a:pt x="568991" y="1714829"/>
                </a:lnTo>
                <a:lnTo>
                  <a:pt x="522193" y="1704601"/>
                </a:lnTo>
                <a:lnTo>
                  <a:pt x="476916" y="1690589"/>
                </a:lnTo>
                <a:lnTo>
                  <a:pt x="433338" y="1672970"/>
                </a:lnTo>
                <a:lnTo>
                  <a:pt x="391636" y="1651920"/>
                </a:lnTo>
                <a:lnTo>
                  <a:pt x="351987" y="1627618"/>
                </a:lnTo>
                <a:lnTo>
                  <a:pt x="314569" y="1600241"/>
                </a:lnTo>
                <a:lnTo>
                  <a:pt x="213757" y="1519931"/>
                </a:lnTo>
                <a:lnTo>
                  <a:pt x="176035" y="1487091"/>
                </a:lnTo>
                <a:lnTo>
                  <a:pt x="141453" y="1451211"/>
                </a:lnTo>
                <a:lnTo>
                  <a:pt x="110110" y="1412411"/>
                </a:lnTo>
                <a:lnTo>
                  <a:pt x="82227" y="1370913"/>
                </a:lnTo>
                <a:lnTo>
                  <a:pt x="58025" y="1326939"/>
                </a:lnTo>
                <a:lnTo>
                  <a:pt x="37727" y="1280709"/>
                </a:lnTo>
                <a:lnTo>
                  <a:pt x="21554" y="1232446"/>
                </a:lnTo>
                <a:lnTo>
                  <a:pt x="9727" y="1182370"/>
                </a:lnTo>
                <a:lnTo>
                  <a:pt x="2468" y="1130705"/>
                </a:lnTo>
                <a:lnTo>
                  <a:pt x="0" y="1077670"/>
                </a:lnTo>
                <a:lnTo>
                  <a:pt x="2535" y="1024072"/>
                </a:lnTo>
                <a:lnTo>
                  <a:pt x="10080" y="971272"/>
                </a:lnTo>
                <a:lnTo>
                  <a:pt x="22542" y="919585"/>
                </a:lnTo>
                <a:lnTo>
                  <a:pt x="39830" y="869325"/>
                </a:lnTo>
                <a:lnTo>
                  <a:pt x="61853" y="820808"/>
                </a:lnTo>
                <a:lnTo>
                  <a:pt x="88517" y="774349"/>
                </a:lnTo>
                <a:lnTo>
                  <a:pt x="122430" y="726810"/>
                </a:lnTo>
                <a:lnTo>
                  <a:pt x="160832" y="683197"/>
                </a:lnTo>
                <a:lnTo>
                  <a:pt x="194292" y="651575"/>
                </a:lnTo>
                <a:lnTo>
                  <a:pt x="230200" y="622766"/>
                </a:lnTo>
                <a:lnTo>
                  <a:pt x="268388" y="596920"/>
                </a:lnTo>
                <a:lnTo>
                  <a:pt x="308691" y="574187"/>
                </a:lnTo>
                <a:lnTo>
                  <a:pt x="319591" y="528432"/>
                </a:lnTo>
                <a:lnTo>
                  <a:pt x="334244" y="483896"/>
                </a:lnTo>
                <a:lnTo>
                  <a:pt x="352522" y="440804"/>
                </a:lnTo>
                <a:lnTo>
                  <a:pt x="374295" y="399381"/>
                </a:lnTo>
                <a:lnTo>
                  <a:pt x="399435" y="359853"/>
                </a:lnTo>
                <a:lnTo>
                  <a:pt x="427812" y="322443"/>
                </a:lnTo>
                <a:lnTo>
                  <a:pt x="459297" y="287377"/>
                </a:lnTo>
                <a:lnTo>
                  <a:pt x="488147" y="259809"/>
                </a:lnTo>
                <a:lnTo>
                  <a:pt x="537758" y="220388"/>
                </a:lnTo>
                <a:lnTo>
                  <a:pt x="579624" y="193481"/>
                </a:lnTo>
                <a:lnTo>
                  <a:pt x="623537" y="170431"/>
                </a:lnTo>
                <a:lnTo>
                  <a:pt x="669217" y="151341"/>
                </a:lnTo>
                <a:lnTo>
                  <a:pt x="716385" y="136313"/>
                </a:lnTo>
                <a:lnTo>
                  <a:pt x="764758" y="125452"/>
                </a:lnTo>
                <a:lnTo>
                  <a:pt x="814058" y="118860"/>
                </a:lnTo>
                <a:lnTo>
                  <a:pt x="864004" y="116639"/>
                </a:lnTo>
                <a:lnTo>
                  <a:pt x="911798" y="118592"/>
                </a:lnTo>
                <a:lnTo>
                  <a:pt x="958793" y="124438"/>
                </a:lnTo>
                <a:lnTo>
                  <a:pt x="1004897" y="134156"/>
                </a:lnTo>
                <a:lnTo>
                  <a:pt x="1050018" y="147726"/>
                </a:lnTo>
                <a:lnTo>
                  <a:pt x="1094063" y="165129"/>
                </a:lnTo>
                <a:lnTo>
                  <a:pt x="1133542" y="134604"/>
                </a:lnTo>
                <a:lnTo>
                  <a:pt x="1174858" y="107025"/>
                </a:lnTo>
                <a:lnTo>
                  <a:pt x="1217841" y="82455"/>
                </a:lnTo>
                <a:lnTo>
                  <a:pt x="1262321" y="60957"/>
                </a:lnTo>
                <a:lnTo>
                  <a:pt x="1308129" y="42593"/>
                </a:lnTo>
                <a:lnTo>
                  <a:pt x="1355095" y="27427"/>
                </a:lnTo>
                <a:lnTo>
                  <a:pt x="1403050" y="15522"/>
                </a:lnTo>
                <a:lnTo>
                  <a:pt x="1451825" y="6940"/>
                </a:lnTo>
                <a:lnTo>
                  <a:pt x="1501250" y="1745"/>
                </a:lnTo>
                <a:lnTo>
                  <a:pt x="1551155" y="0"/>
                </a:lnTo>
                <a:lnTo>
                  <a:pt x="1602190" y="1782"/>
                </a:lnTo>
                <a:lnTo>
                  <a:pt x="1652563" y="7101"/>
                </a:lnTo>
                <a:lnTo>
                  <a:pt x="1702144" y="15913"/>
                </a:lnTo>
                <a:lnTo>
                  <a:pt x="1750803" y="28175"/>
                </a:lnTo>
                <a:lnTo>
                  <a:pt x="1798409" y="43844"/>
                </a:lnTo>
                <a:lnTo>
                  <a:pt x="1844830" y="62878"/>
                </a:lnTo>
                <a:lnTo>
                  <a:pt x="1889938" y="85233"/>
                </a:lnTo>
                <a:lnTo>
                  <a:pt x="1933599" y="110866"/>
                </a:lnTo>
                <a:lnTo>
                  <a:pt x="1975686" y="139735"/>
                </a:lnTo>
                <a:lnTo>
                  <a:pt x="2097610" y="236146"/>
                </a:lnTo>
                <a:lnTo>
                  <a:pt x="2136842" y="269695"/>
                </a:lnTo>
                <a:lnTo>
                  <a:pt x="2173220" y="305563"/>
                </a:lnTo>
                <a:lnTo>
                  <a:pt x="2206796" y="343743"/>
                </a:lnTo>
                <a:lnTo>
                  <a:pt x="2237485" y="384114"/>
                </a:lnTo>
                <a:lnTo>
                  <a:pt x="2265200" y="426556"/>
                </a:lnTo>
                <a:lnTo>
                  <a:pt x="2289852" y="470950"/>
                </a:lnTo>
                <a:lnTo>
                  <a:pt x="2311356" y="517174"/>
                </a:lnTo>
                <a:lnTo>
                  <a:pt x="2341917" y="533077"/>
                </a:lnTo>
                <a:lnTo>
                  <a:pt x="2400228" y="569837"/>
                </a:lnTo>
                <a:lnTo>
                  <a:pt x="2528684" y="670859"/>
                </a:lnTo>
                <a:lnTo>
                  <a:pt x="2575713" y="712277"/>
                </a:lnTo>
                <a:lnTo>
                  <a:pt x="2618400" y="758269"/>
                </a:lnTo>
                <a:lnTo>
                  <a:pt x="2665585" y="822578"/>
                </a:lnTo>
                <a:lnTo>
                  <a:pt x="2690900" y="865893"/>
                </a:lnTo>
                <a:lnTo>
                  <a:pt x="2712472" y="910831"/>
                </a:lnTo>
                <a:lnTo>
                  <a:pt x="2730245" y="957229"/>
                </a:lnTo>
                <a:lnTo>
                  <a:pt x="2744164" y="1004923"/>
                </a:lnTo>
                <a:lnTo>
                  <a:pt x="2754175" y="1053750"/>
                </a:lnTo>
                <a:lnTo>
                  <a:pt x="2760222" y="1103547"/>
                </a:lnTo>
                <a:lnTo>
                  <a:pt x="2762249" y="1154149"/>
                </a:lnTo>
                <a:lnTo>
                  <a:pt x="2760385" y="1202390"/>
                </a:lnTo>
                <a:lnTo>
                  <a:pt x="2754883" y="1249627"/>
                </a:lnTo>
                <a:lnTo>
                  <a:pt x="2745883" y="1295722"/>
                </a:lnTo>
                <a:lnTo>
                  <a:pt x="2733523" y="1340538"/>
                </a:lnTo>
                <a:lnTo>
                  <a:pt x="2717942" y="1383935"/>
                </a:lnTo>
                <a:lnTo>
                  <a:pt x="2699278" y="1425774"/>
                </a:lnTo>
                <a:lnTo>
                  <a:pt x="2677670" y="1465919"/>
                </a:lnTo>
                <a:lnTo>
                  <a:pt x="2653257" y="1504229"/>
                </a:lnTo>
                <a:lnTo>
                  <a:pt x="2626177" y="1540566"/>
                </a:lnTo>
                <a:lnTo>
                  <a:pt x="2596568" y="1574793"/>
                </a:lnTo>
                <a:lnTo>
                  <a:pt x="2564570" y="1606769"/>
                </a:lnTo>
                <a:lnTo>
                  <a:pt x="2530321" y="1636358"/>
                </a:lnTo>
                <a:lnTo>
                  <a:pt x="2493959" y="1663420"/>
                </a:lnTo>
                <a:lnTo>
                  <a:pt x="2455624" y="1687817"/>
                </a:lnTo>
                <a:lnTo>
                  <a:pt x="2415453" y="1709411"/>
                </a:lnTo>
                <a:lnTo>
                  <a:pt x="2373585" y="1728062"/>
                </a:lnTo>
                <a:lnTo>
                  <a:pt x="2330159" y="1743633"/>
                </a:lnTo>
                <a:lnTo>
                  <a:pt x="2285314" y="1755985"/>
                </a:lnTo>
                <a:lnTo>
                  <a:pt x="2239187" y="1764979"/>
                </a:lnTo>
                <a:lnTo>
                  <a:pt x="2191919" y="1770477"/>
                </a:lnTo>
                <a:lnTo>
                  <a:pt x="2143646" y="1772340"/>
                </a:lnTo>
                <a:lnTo>
                  <a:pt x="2097712" y="1770635"/>
                </a:lnTo>
                <a:lnTo>
                  <a:pt x="2052237" y="1765522"/>
                </a:lnTo>
                <a:lnTo>
                  <a:pt x="2007312" y="1757021"/>
                </a:lnTo>
                <a:lnTo>
                  <a:pt x="1963026" y="1745151"/>
                </a:lnTo>
                <a:lnTo>
                  <a:pt x="1919470" y="1729928"/>
                </a:lnTo>
                <a:lnTo>
                  <a:pt x="1879234" y="1762684"/>
                </a:lnTo>
                <a:lnTo>
                  <a:pt x="1837216" y="1792586"/>
                </a:lnTo>
                <a:lnTo>
                  <a:pt x="1793562" y="1819577"/>
                </a:lnTo>
                <a:lnTo>
                  <a:pt x="1748417" y="1843603"/>
                </a:lnTo>
                <a:lnTo>
                  <a:pt x="1701927" y="1864606"/>
                </a:lnTo>
                <a:lnTo>
                  <a:pt x="1654235" y="1882532"/>
                </a:lnTo>
                <a:lnTo>
                  <a:pt x="1605489" y="1897324"/>
                </a:lnTo>
                <a:lnTo>
                  <a:pt x="1555831" y="1908926"/>
                </a:lnTo>
                <a:lnTo>
                  <a:pt x="1505409" y="1917282"/>
                </a:lnTo>
                <a:lnTo>
                  <a:pt x="1454367" y="1922337"/>
                </a:lnTo>
                <a:lnTo>
                  <a:pt x="1402849" y="19240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6548B9-F534-13B4-6B6C-101339C4377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8443" t="7057" r="7996" b="6195"/>
          <a:stretch>
            <a:fillRect/>
          </a:stretch>
        </p:blipFill>
        <p:spPr>
          <a:xfrm>
            <a:off x="6248400" y="1143000"/>
            <a:ext cx="1973894" cy="25434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FFA5AAC-D0C8-5577-7C08-BAF6D7C9004F}"/>
              </a:ext>
            </a:extLst>
          </p:cNvPr>
          <p:cNvSpPr txBox="1"/>
          <p:nvPr/>
        </p:nvSpPr>
        <p:spPr>
          <a:xfrm>
            <a:off x="6172200" y="773668"/>
            <a:ext cx="2409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TECHNOLOGIES USED</a:t>
            </a:r>
          </a:p>
        </p:txBody>
      </p:sp>
      <p:pic>
        <p:nvPicPr>
          <p:cNvPr id="17" name="object 28">
            <a:extLst>
              <a:ext uri="{FF2B5EF4-FFF2-40B4-BE49-F238E27FC236}">
                <a16:creationId xmlns:a16="http://schemas.microsoft.com/office/drawing/2014/main" id="{57CAE7B1-90A9-508E-32E8-0DD6CCE38A74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267975" y="7848600"/>
            <a:ext cx="619124" cy="657224"/>
          </a:xfrm>
          <a:prstGeom prst="rect">
            <a:avLst/>
          </a:prstGeom>
        </p:spPr>
      </p:pic>
      <p:sp>
        <p:nvSpPr>
          <p:cNvPr id="24" name="object 26">
            <a:extLst>
              <a:ext uri="{FF2B5EF4-FFF2-40B4-BE49-F238E27FC236}">
                <a16:creationId xmlns:a16="http://schemas.microsoft.com/office/drawing/2014/main" id="{C038A19E-BA81-409E-DEAE-0FF011FF4964}"/>
              </a:ext>
            </a:extLst>
          </p:cNvPr>
          <p:cNvSpPr/>
          <p:nvPr/>
        </p:nvSpPr>
        <p:spPr>
          <a:xfrm>
            <a:off x="152400" y="5175747"/>
            <a:ext cx="1524000" cy="1072653"/>
          </a:xfrm>
          <a:custGeom>
            <a:avLst/>
            <a:gdLst/>
            <a:ahLst/>
            <a:cxnLst/>
            <a:rect l="l" t="t" r="r" b="b"/>
            <a:pathLst>
              <a:path w="2620010" h="1802765">
                <a:moveTo>
                  <a:pt x="1983696" y="168740"/>
                </a:moveTo>
                <a:lnTo>
                  <a:pt x="1076627" y="168740"/>
                </a:lnTo>
                <a:lnTo>
                  <a:pt x="1114692" y="138167"/>
                </a:lnTo>
                <a:lnTo>
                  <a:pt x="1154793" y="110345"/>
                </a:lnTo>
                <a:lnTo>
                  <a:pt x="1196775" y="85383"/>
                </a:lnTo>
                <a:lnTo>
                  <a:pt x="1240483" y="63391"/>
                </a:lnTo>
                <a:lnTo>
                  <a:pt x="1285765" y="44481"/>
                </a:lnTo>
                <a:lnTo>
                  <a:pt x="1332465" y="28762"/>
                </a:lnTo>
                <a:lnTo>
                  <a:pt x="1380858" y="16233"/>
                </a:lnTo>
                <a:lnTo>
                  <a:pt x="1381034" y="16233"/>
                </a:lnTo>
                <a:lnTo>
                  <a:pt x="1429706" y="7300"/>
                </a:lnTo>
                <a:lnTo>
                  <a:pt x="1429842" y="7300"/>
                </a:lnTo>
                <a:lnTo>
                  <a:pt x="1479705" y="1846"/>
                </a:lnTo>
                <a:lnTo>
                  <a:pt x="1530369" y="0"/>
                </a:lnTo>
                <a:lnTo>
                  <a:pt x="1581304" y="1846"/>
                </a:lnTo>
                <a:lnTo>
                  <a:pt x="1631260" y="7300"/>
                </a:lnTo>
                <a:lnTo>
                  <a:pt x="1680102" y="16233"/>
                </a:lnTo>
                <a:lnTo>
                  <a:pt x="1727701" y="28515"/>
                </a:lnTo>
                <a:lnTo>
                  <a:pt x="1773927" y="44019"/>
                </a:lnTo>
                <a:lnTo>
                  <a:pt x="1818653" y="62615"/>
                </a:lnTo>
                <a:lnTo>
                  <a:pt x="1861749" y="84175"/>
                </a:lnTo>
                <a:lnTo>
                  <a:pt x="1903087" y="108569"/>
                </a:lnTo>
                <a:lnTo>
                  <a:pt x="1942537" y="135670"/>
                </a:lnTo>
                <a:lnTo>
                  <a:pt x="1979971" y="165349"/>
                </a:lnTo>
                <a:lnTo>
                  <a:pt x="1983696" y="168740"/>
                </a:lnTo>
                <a:close/>
              </a:path>
              <a:path w="2620010" h="1802765">
                <a:moveTo>
                  <a:pt x="544831" y="1601365"/>
                </a:moveTo>
                <a:lnTo>
                  <a:pt x="495063" y="1599242"/>
                </a:lnTo>
                <a:lnTo>
                  <a:pt x="496952" y="1599242"/>
                </a:lnTo>
                <a:lnTo>
                  <a:pt x="452042" y="1593465"/>
                </a:lnTo>
                <a:lnTo>
                  <a:pt x="407456" y="1583838"/>
                </a:lnTo>
                <a:lnTo>
                  <a:pt x="364296" y="1570646"/>
                </a:lnTo>
                <a:lnTo>
                  <a:pt x="322725" y="1554052"/>
                </a:lnTo>
                <a:lnTo>
                  <a:pt x="282910" y="1534223"/>
                </a:lnTo>
                <a:lnTo>
                  <a:pt x="245014" y="1511322"/>
                </a:lnTo>
                <a:lnTo>
                  <a:pt x="209203" y="1485515"/>
                </a:lnTo>
                <a:lnTo>
                  <a:pt x="175642" y="1456965"/>
                </a:lnTo>
                <a:lnTo>
                  <a:pt x="144495" y="1425839"/>
                </a:lnTo>
                <a:lnTo>
                  <a:pt x="115926" y="1392299"/>
                </a:lnTo>
                <a:lnTo>
                  <a:pt x="90102" y="1356512"/>
                </a:lnTo>
                <a:lnTo>
                  <a:pt x="67186" y="1318642"/>
                </a:lnTo>
                <a:lnTo>
                  <a:pt x="47343" y="1278853"/>
                </a:lnTo>
                <a:lnTo>
                  <a:pt x="30739" y="1237310"/>
                </a:lnTo>
                <a:lnTo>
                  <a:pt x="17538" y="1194178"/>
                </a:lnTo>
                <a:lnTo>
                  <a:pt x="7954" y="1149853"/>
                </a:lnTo>
                <a:lnTo>
                  <a:pt x="7904" y="1149622"/>
                </a:lnTo>
                <a:lnTo>
                  <a:pt x="2003" y="1103806"/>
                </a:lnTo>
                <a:lnTo>
                  <a:pt x="0" y="1056895"/>
                </a:lnTo>
                <a:lnTo>
                  <a:pt x="2190" y="1007856"/>
                </a:lnTo>
                <a:lnTo>
                  <a:pt x="8636" y="960023"/>
                </a:lnTo>
                <a:lnTo>
                  <a:pt x="19149" y="913584"/>
                </a:lnTo>
                <a:lnTo>
                  <a:pt x="33540" y="868728"/>
                </a:lnTo>
                <a:lnTo>
                  <a:pt x="51621" y="825644"/>
                </a:lnTo>
                <a:lnTo>
                  <a:pt x="73204" y="784519"/>
                </a:lnTo>
                <a:lnTo>
                  <a:pt x="98098" y="745543"/>
                </a:lnTo>
                <a:lnTo>
                  <a:pt x="126117" y="708903"/>
                </a:lnTo>
                <a:lnTo>
                  <a:pt x="157071" y="674789"/>
                </a:lnTo>
                <a:lnTo>
                  <a:pt x="190772" y="643388"/>
                </a:lnTo>
                <a:lnTo>
                  <a:pt x="227032" y="614890"/>
                </a:lnTo>
                <a:lnTo>
                  <a:pt x="265661" y="589482"/>
                </a:lnTo>
                <a:lnTo>
                  <a:pt x="306471" y="567354"/>
                </a:lnTo>
                <a:lnTo>
                  <a:pt x="316897" y="520152"/>
                </a:lnTo>
                <a:lnTo>
                  <a:pt x="331324" y="474569"/>
                </a:lnTo>
                <a:lnTo>
                  <a:pt x="349556" y="430803"/>
                </a:lnTo>
                <a:lnTo>
                  <a:pt x="371396" y="389050"/>
                </a:lnTo>
                <a:lnTo>
                  <a:pt x="396647" y="349507"/>
                </a:lnTo>
                <a:lnTo>
                  <a:pt x="425111" y="312370"/>
                </a:lnTo>
                <a:lnTo>
                  <a:pt x="456593" y="277836"/>
                </a:lnTo>
                <a:lnTo>
                  <a:pt x="490896" y="246102"/>
                </a:lnTo>
                <a:lnTo>
                  <a:pt x="527821" y="217365"/>
                </a:lnTo>
                <a:lnTo>
                  <a:pt x="567173" y="191821"/>
                </a:lnTo>
                <a:lnTo>
                  <a:pt x="608755" y="169667"/>
                </a:lnTo>
                <a:lnTo>
                  <a:pt x="652369" y="151100"/>
                </a:lnTo>
                <a:lnTo>
                  <a:pt x="697820" y="136317"/>
                </a:lnTo>
                <a:lnTo>
                  <a:pt x="744909" y="125514"/>
                </a:lnTo>
                <a:lnTo>
                  <a:pt x="793952" y="118818"/>
                </a:lnTo>
                <a:lnTo>
                  <a:pt x="794985" y="118818"/>
                </a:lnTo>
                <a:lnTo>
                  <a:pt x="843217" y="116635"/>
                </a:lnTo>
                <a:lnTo>
                  <a:pt x="892412" y="118818"/>
                </a:lnTo>
                <a:lnTo>
                  <a:pt x="940570" y="125267"/>
                </a:lnTo>
                <a:lnTo>
                  <a:pt x="987472" y="135835"/>
                </a:lnTo>
                <a:lnTo>
                  <a:pt x="1032898" y="150375"/>
                </a:lnTo>
                <a:lnTo>
                  <a:pt x="1076627" y="168740"/>
                </a:lnTo>
                <a:lnTo>
                  <a:pt x="1983696" y="168740"/>
                </a:lnTo>
                <a:lnTo>
                  <a:pt x="2015260" y="197476"/>
                </a:lnTo>
                <a:lnTo>
                  <a:pt x="2048276" y="231923"/>
                </a:lnTo>
                <a:lnTo>
                  <a:pt x="2078888" y="268562"/>
                </a:lnTo>
                <a:lnTo>
                  <a:pt x="2106969" y="307263"/>
                </a:lnTo>
                <a:lnTo>
                  <a:pt x="2132389" y="347898"/>
                </a:lnTo>
                <a:lnTo>
                  <a:pt x="2155020" y="390338"/>
                </a:lnTo>
                <a:lnTo>
                  <a:pt x="2174733" y="434454"/>
                </a:lnTo>
                <a:lnTo>
                  <a:pt x="2191399" y="480118"/>
                </a:lnTo>
                <a:lnTo>
                  <a:pt x="2236974" y="495639"/>
                </a:lnTo>
                <a:lnTo>
                  <a:pt x="2280825" y="514647"/>
                </a:lnTo>
                <a:lnTo>
                  <a:pt x="2322786" y="536977"/>
                </a:lnTo>
                <a:lnTo>
                  <a:pt x="2362689" y="562459"/>
                </a:lnTo>
                <a:lnTo>
                  <a:pt x="2400364" y="590926"/>
                </a:lnTo>
                <a:lnTo>
                  <a:pt x="2435645" y="622210"/>
                </a:lnTo>
                <a:lnTo>
                  <a:pt x="2468363" y="656144"/>
                </a:lnTo>
                <a:lnTo>
                  <a:pt x="2498351" y="692559"/>
                </a:lnTo>
                <a:lnTo>
                  <a:pt x="2525440" y="731289"/>
                </a:lnTo>
                <a:lnTo>
                  <a:pt x="2549461" y="772164"/>
                </a:lnTo>
                <a:lnTo>
                  <a:pt x="2570249" y="815017"/>
                </a:lnTo>
                <a:lnTo>
                  <a:pt x="2587633" y="859680"/>
                </a:lnTo>
                <a:lnTo>
                  <a:pt x="2601447" y="905986"/>
                </a:lnTo>
                <a:lnTo>
                  <a:pt x="2611522" y="953767"/>
                </a:lnTo>
                <a:lnTo>
                  <a:pt x="2617690" y="1002855"/>
                </a:lnTo>
                <a:lnTo>
                  <a:pt x="2619783" y="1053081"/>
                </a:lnTo>
                <a:lnTo>
                  <a:pt x="2617798" y="1102005"/>
                </a:lnTo>
                <a:lnTo>
                  <a:pt x="2611973" y="1149622"/>
                </a:lnTo>
                <a:lnTo>
                  <a:pt x="2611945" y="1149853"/>
                </a:lnTo>
                <a:lnTo>
                  <a:pt x="2602379" y="1196469"/>
                </a:lnTo>
                <a:lnTo>
                  <a:pt x="2589256" y="1241700"/>
                </a:lnTo>
                <a:lnTo>
                  <a:pt x="2572731" y="1285390"/>
                </a:lnTo>
                <a:lnTo>
                  <a:pt x="2552958" y="1327384"/>
                </a:lnTo>
                <a:lnTo>
                  <a:pt x="2530093" y="1367528"/>
                </a:lnTo>
                <a:lnTo>
                  <a:pt x="2504290" y="1405666"/>
                </a:lnTo>
                <a:lnTo>
                  <a:pt x="2475706" y="1441643"/>
                </a:lnTo>
                <a:lnTo>
                  <a:pt x="2444494" y="1475304"/>
                </a:lnTo>
                <a:lnTo>
                  <a:pt x="2410810" y="1506496"/>
                </a:lnTo>
                <a:lnTo>
                  <a:pt x="2374809" y="1535061"/>
                </a:lnTo>
                <a:lnTo>
                  <a:pt x="2336645" y="1560847"/>
                </a:lnTo>
                <a:lnTo>
                  <a:pt x="2323194" y="1568498"/>
                </a:lnTo>
                <a:lnTo>
                  <a:pt x="730419" y="1568498"/>
                </a:lnTo>
                <a:lnTo>
                  <a:pt x="685659" y="1582671"/>
                </a:lnTo>
                <a:lnTo>
                  <a:pt x="639651" y="1592965"/>
                </a:lnTo>
                <a:lnTo>
                  <a:pt x="592630" y="1599242"/>
                </a:lnTo>
                <a:lnTo>
                  <a:pt x="544831" y="1601365"/>
                </a:lnTo>
                <a:close/>
              </a:path>
              <a:path w="2620010" h="1802765">
                <a:moveTo>
                  <a:pt x="1281215" y="1802167"/>
                </a:moveTo>
                <a:lnTo>
                  <a:pt x="1228445" y="1800359"/>
                </a:lnTo>
                <a:lnTo>
                  <a:pt x="1176453" y="1795002"/>
                </a:lnTo>
                <a:lnTo>
                  <a:pt x="1125380" y="1786199"/>
                </a:lnTo>
                <a:lnTo>
                  <a:pt x="1075368" y="1774048"/>
                </a:lnTo>
                <a:lnTo>
                  <a:pt x="1026559" y="1758653"/>
                </a:lnTo>
                <a:lnTo>
                  <a:pt x="979093" y="1740113"/>
                </a:lnTo>
                <a:lnTo>
                  <a:pt x="933111" y="1718529"/>
                </a:lnTo>
                <a:lnTo>
                  <a:pt x="888756" y="1694004"/>
                </a:lnTo>
                <a:lnTo>
                  <a:pt x="846167" y="1666637"/>
                </a:lnTo>
                <a:lnTo>
                  <a:pt x="805488" y="1636529"/>
                </a:lnTo>
                <a:lnTo>
                  <a:pt x="766858" y="1603783"/>
                </a:lnTo>
                <a:lnTo>
                  <a:pt x="730419" y="1568498"/>
                </a:lnTo>
                <a:lnTo>
                  <a:pt x="2323194" y="1568498"/>
                </a:lnTo>
                <a:lnTo>
                  <a:pt x="2296475" y="1583697"/>
                </a:lnTo>
                <a:lnTo>
                  <a:pt x="2254453" y="1603456"/>
                </a:lnTo>
                <a:lnTo>
                  <a:pt x="2250987" y="1604765"/>
                </a:lnTo>
                <a:lnTo>
                  <a:pt x="1793675" y="1604765"/>
                </a:lnTo>
                <a:lnTo>
                  <a:pt x="1754840" y="1637409"/>
                </a:lnTo>
                <a:lnTo>
                  <a:pt x="1713996" y="1667404"/>
                </a:lnTo>
                <a:lnTo>
                  <a:pt x="1671294" y="1694653"/>
                </a:lnTo>
                <a:lnTo>
                  <a:pt x="1626889" y="1719060"/>
                </a:lnTo>
                <a:lnTo>
                  <a:pt x="1580934" y="1740527"/>
                </a:lnTo>
                <a:lnTo>
                  <a:pt x="1533581" y="1758957"/>
                </a:lnTo>
                <a:lnTo>
                  <a:pt x="1484984" y="1774254"/>
                </a:lnTo>
                <a:lnTo>
                  <a:pt x="1435797" y="1786199"/>
                </a:lnTo>
                <a:lnTo>
                  <a:pt x="1436001" y="1786199"/>
                </a:lnTo>
                <a:lnTo>
                  <a:pt x="1384999" y="1795002"/>
                </a:lnTo>
                <a:lnTo>
                  <a:pt x="1385219" y="1795002"/>
                </a:lnTo>
                <a:lnTo>
                  <a:pt x="1333402" y="1800359"/>
                </a:lnTo>
                <a:lnTo>
                  <a:pt x="1333690" y="1800359"/>
                </a:lnTo>
                <a:lnTo>
                  <a:pt x="1281215" y="1802167"/>
                </a:lnTo>
                <a:close/>
              </a:path>
              <a:path w="2620010" h="1802765">
                <a:moveTo>
                  <a:pt x="2021989" y="1650478"/>
                </a:moveTo>
                <a:lnTo>
                  <a:pt x="1972572" y="1648494"/>
                </a:lnTo>
                <a:lnTo>
                  <a:pt x="1974005" y="1648494"/>
                </a:lnTo>
                <a:lnTo>
                  <a:pt x="1928053" y="1642956"/>
                </a:lnTo>
                <a:lnTo>
                  <a:pt x="1882188" y="1633709"/>
                </a:lnTo>
                <a:lnTo>
                  <a:pt x="1837328" y="1620944"/>
                </a:lnTo>
                <a:lnTo>
                  <a:pt x="1793675" y="1604765"/>
                </a:lnTo>
                <a:lnTo>
                  <a:pt x="2250987" y="1604765"/>
                </a:lnTo>
                <a:lnTo>
                  <a:pt x="2210734" y="1619971"/>
                </a:lnTo>
                <a:lnTo>
                  <a:pt x="2165473" y="1633085"/>
                </a:lnTo>
                <a:lnTo>
                  <a:pt x="2118825" y="1642644"/>
                </a:lnTo>
                <a:lnTo>
                  <a:pt x="2070945" y="1648494"/>
                </a:lnTo>
                <a:lnTo>
                  <a:pt x="2021989" y="165047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12700" marR="5080" indent="346075">
              <a:lnSpc>
                <a:spcPct val="135900"/>
              </a:lnSpc>
              <a:spcBef>
                <a:spcPts val="100"/>
              </a:spcBef>
            </a:pPr>
            <a:r>
              <a:rPr lang="en-IN" sz="1800" b="1" u="heavy" spc="245" dirty="0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 MT"/>
                <a:cs typeface="Arial MT"/>
                <a:hlinkClick r:id="rId8"/>
              </a:rPr>
              <a:t>Report</a:t>
            </a:r>
            <a:r>
              <a:rPr lang="en-IN" sz="1800" b="1" spc="245" dirty="0">
                <a:solidFill>
                  <a:srgbClr val="006FBF"/>
                </a:solidFill>
                <a:latin typeface="Arial MT"/>
                <a:cs typeface="Arial MT"/>
              </a:rPr>
              <a:t> </a:t>
            </a:r>
            <a:r>
              <a:rPr lang="en-IN" sz="1800" b="1" u="heavy" spc="245" dirty="0">
                <a:solidFill>
                  <a:srgbClr val="006FBF"/>
                </a:solidFill>
                <a:uFill>
                  <a:solidFill>
                    <a:srgbClr val="006FBF"/>
                  </a:solidFill>
                </a:uFill>
                <a:latin typeface="Arial MT"/>
                <a:cs typeface="Arial MT"/>
                <a:hlinkClick r:id="rId8"/>
              </a:rPr>
              <a:t>GitHub</a:t>
            </a:r>
            <a:endParaRPr lang="en-IN" sz="1800" b="1" dirty="0">
              <a:latin typeface="Arial MT"/>
              <a:cs typeface="Arial MT"/>
            </a:endParaRPr>
          </a:p>
        </p:txBody>
      </p:sp>
      <p:pic>
        <p:nvPicPr>
          <p:cNvPr id="22" name="object 28">
            <a:extLst>
              <a:ext uri="{FF2B5EF4-FFF2-40B4-BE49-F238E27FC236}">
                <a16:creationId xmlns:a16="http://schemas.microsoft.com/office/drawing/2014/main" id="{FBE14CEA-384A-A08E-5D1A-B68E479D6DEF}"/>
              </a:ext>
            </a:extLst>
          </p:cNvPr>
          <p:cNvPicPr/>
          <p:nvPr/>
        </p:nvPicPr>
        <p:blipFill>
          <a:blip r:embed="rId7" cstate="print">
            <a:biLevel thresh="75000"/>
          </a:blip>
          <a:stretch>
            <a:fillRect/>
          </a:stretch>
        </p:blipFill>
        <p:spPr>
          <a:xfrm>
            <a:off x="1066800" y="5500688"/>
            <a:ext cx="533400" cy="6334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751D2B6-25E9-7B09-4314-EF6BB7559C68}"/>
              </a:ext>
            </a:extLst>
          </p:cNvPr>
          <p:cNvSpPr txBox="1"/>
          <p:nvPr/>
        </p:nvSpPr>
        <p:spPr>
          <a:xfrm>
            <a:off x="242438" y="280184"/>
            <a:ext cx="117371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howcard Gothic" panose="04020904020102020604" pitchFamily="82" charset="0"/>
              </a:rPr>
              <a:t>SCAN-X</a:t>
            </a:r>
            <a:endParaRPr lang="en-IN" sz="2200" b="1" dirty="0">
              <a:solidFill>
                <a:schemeClr val="accent6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howcard Gothic" panose="04020904020102020604" pitchFamily="82" charset="0"/>
            </a:endParaRPr>
          </a:p>
          <a:p>
            <a:endParaRPr lang="en-IN" sz="22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A77466E-C71B-F444-68D0-64E0B164FCD9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48" t="14631" r="248" b="10897"/>
          <a:stretch>
            <a:fillRect/>
          </a:stretch>
        </p:blipFill>
        <p:spPr>
          <a:xfrm>
            <a:off x="9383712" y="1049625"/>
            <a:ext cx="2420028" cy="246797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70152" y="75492"/>
            <a:ext cx="8001039" cy="664105"/>
          </a:xfrm>
          <a:prstGeom prst="rect">
            <a:avLst/>
          </a:prstGeom>
        </p:spPr>
        <p:txBody>
          <a:bodyPr vert="horz" wrap="square" lIns="0" tIns="109042" rIns="0" bIns="0" rtlCol="0">
            <a:spAutoFit/>
          </a:bodyPr>
          <a:lstStyle/>
          <a:p>
            <a:pPr marL="1346835">
              <a:lnSpc>
                <a:spcPct val="100000"/>
              </a:lnSpc>
              <a:spcBef>
                <a:spcPts val="100"/>
              </a:spcBef>
            </a:pPr>
            <a:r>
              <a:rPr dirty="0"/>
              <a:t>FEASIBILITY</a:t>
            </a:r>
            <a:r>
              <a:rPr spc="-350" dirty="0"/>
              <a:t> </a:t>
            </a:r>
            <a:r>
              <a:rPr dirty="0"/>
              <a:t>AND</a:t>
            </a:r>
            <a:r>
              <a:rPr spc="-80" dirty="0"/>
              <a:t> </a:t>
            </a:r>
            <a:r>
              <a:rPr spc="-10" dirty="0"/>
              <a:t>VIABILITY</a:t>
            </a:r>
          </a:p>
        </p:txBody>
      </p:sp>
      <p:sp>
        <p:nvSpPr>
          <p:cNvPr id="4" name="object 4"/>
          <p:cNvSpPr/>
          <p:nvPr/>
        </p:nvSpPr>
        <p:spPr>
          <a:xfrm>
            <a:off x="118745" y="76200"/>
            <a:ext cx="1252855" cy="806450"/>
          </a:xfrm>
          <a:custGeom>
            <a:avLst/>
            <a:gdLst/>
            <a:ahLst/>
            <a:cxnLst/>
            <a:rect l="l" t="t" r="r" b="b"/>
            <a:pathLst>
              <a:path w="1252855" h="806450">
                <a:moveTo>
                  <a:pt x="0" y="403098"/>
                </a:moveTo>
                <a:lnTo>
                  <a:pt x="10091" y="330639"/>
                </a:lnTo>
                <a:lnTo>
                  <a:pt x="39186" y="262441"/>
                </a:lnTo>
                <a:lnTo>
                  <a:pt x="60307" y="230296"/>
                </a:lnTo>
                <a:lnTo>
                  <a:pt x="85516" y="199643"/>
                </a:lnTo>
                <a:lnTo>
                  <a:pt x="114591" y="170625"/>
                </a:lnTo>
                <a:lnTo>
                  <a:pt x="147311" y="143384"/>
                </a:lnTo>
                <a:lnTo>
                  <a:pt x="183456" y="118062"/>
                </a:lnTo>
                <a:lnTo>
                  <a:pt x="222803" y="94801"/>
                </a:lnTo>
                <a:lnTo>
                  <a:pt x="265133" y="73744"/>
                </a:lnTo>
                <a:lnTo>
                  <a:pt x="310224" y="55033"/>
                </a:lnTo>
                <a:lnTo>
                  <a:pt x="357854" y="38810"/>
                </a:lnTo>
                <a:lnTo>
                  <a:pt x="407803" y="25218"/>
                </a:lnTo>
                <a:lnTo>
                  <a:pt x="459850" y="14398"/>
                </a:lnTo>
                <a:lnTo>
                  <a:pt x="513773" y="6494"/>
                </a:lnTo>
                <a:lnTo>
                  <a:pt x="569351" y="1647"/>
                </a:lnTo>
                <a:lnTo>
                  <a:pt x="626363" y="0"/>
                </a:lnTo>
                <a:lnTo>
                  <a:pt x="683378" y="1647"/>
                </a:lnTo>
                <a:lnTo>
                  <a:pt x="738958" y="6494"/>
                </a:lnTo>
                <a:lnTo>
                  <a:pt x="792882" y="14398"/>
                </a:lnTo>
                <a:lnTo>
                  <a:pt x="844929" y="25218"/>
                </a:lnTo>
                <a:lnTo>
                  <a:pt x="894878" y="38810"/>
                </a:lnTo>
                <a:lnTo>
                  <a:pt x="942509" y="55033"/>
                </a:lnTo>
                <a:lnTo>
                  <a:pt x="987599" y="73744"/>
                </a:lnTo>
                <a:lnTo>
                  <a:pt x="1029929" y="94801"/>
                </a:lnTo>
                <a:lnTo>
                  <a:pt x="1069276" y="118062"/>
                </a:lnTo>
                <a:lnTo>
                  <a:pt x="1105420" y="143384"/>
                </a:lnTo>
                <a:lnTo>
                  <a:pt x="1138140" y="170625"/>
                </a:lnTo>
                <a:lnTo>
                  <a:pt x="1167214" y="199644"/>
                </a:lnTo>
                <a:lnTo>
                  <a:pt x="1192422" y="230296"/>
                </a:lnTo>
                <a:lnTo>
                  <a:pt x="1213543" y="262441"/>
                </a:lnTo>
                <a:lnTo>
                  <a:pt x="1242636" y="330639"/>
                </a:lnTo>
                <a:lnTo>
                  <a:pt x="1252728" y="403098"/>
                </a:lnTo>
                <a:lnTo>
                  <a:pt x="1250168" y="439789"/>
                </a:lnTo>
                <a:lnTo>
                  <a:pt x="1230354" y="510259"/>
                </a:lnTo>
                <a:lnTo>
                  <a:pt x="1192422" y="575899"/>
                </a:lnTo>
                <a:lnTo>
                  <a:pt x="1167214" y="606551"/>
                </a:lnTo>
                <a:lnTo>
                  <a:pt x="1138140" y="635570"/>
                </a:lnTo>
                <a:lnTo>
                  <a:pt x="1105420" y="662811"/>
                </a:lnTo>
                <a:lnTo>
                  <a:pt x="1069276" y="688133"/>
                </a:lnTo>
                <a:lnTo>
                  <a:pt x="1029929" y="711394"/>
                </a:lnTo>
                <a:lnTo>
                  <a:pt x="987599" y="732451"/>
                </a:lnTo>
                <a:lnTo>
                  <a:pt x="942509" y="751162"/>
                </a:lnTo>
                <a:lnTo>
                  <a:pt x="894878" y="767385"/>
                </a:lnTo>
                <a:lnTo>
                  <a:pt x="844929" y="780977"/>
                </a:lnTo>
                <a:lnTo>
                  <a:pt x="792882" y="791797"/>
                </a:lnTo>
                <a:lnTo>
                  <a:pt x="738958" y="799701"/>
                </a:lnTo>
                <a:lnTo>
                  <a:pt x="683378" y="804548"/>
                </a:lnTo>
                <a:lnTo>
                  <a:pt x="626363" y="806195"/>
                </a:lnTo>
                <a:lnTo>
                  <a:pt x="569351" y="804548"/>
                </a:lnTo>
                <a:lnTo>
                  <a:pt x="513773" y="799701"/>
                </a:lnTo>
                <a:lnTo>
                  <a:pt x="459850" y="791797"/>
                </a:lnTo>
                <a:lnTo>
                  <a:pt x="407803" y="780977"/>
                </a:lnTo>
                <a:lnTo>
                  <a:pt x="357854" y="767385"/>
                </a:lnTo>
                <a:lnTo>
                  <a:pt x="310224" y="751162"/>
                </a:lnTo>
                <a:lnTo>
                  <a:pt x="265133" y="732451"/>
                </a:lnTo>
                <a:lnTo>
                  <a:pt x="222803" y="711394"/>
                </a:lnTo>
                <a:lnTo>
                  <a:pt x="183456" y="688133"/>
                </a:lnTo>
                <a:lnTo>
                  <a:pt x="147311" y="662811"/>
                </a:lnTo>
                <a:lnTo>
                  <a:pt x="114591" y="635570"/>
                </a:lnTo>
                <a:lnTo>
                  <a:pt x="85516" y="606551"/>
                </a:lnTo>
                <a:lnTo>
                  <a:pt x="60307" y="575899"/>
                </a:lnTo>
                <a:lnTo>
                  <a:pt x="39186" y="543754"/>
                </a:lnTo>
                <a:lnTo>
                  <a:pt x="10091" y="475556"/>
                </a:lnTo>
                <a:lnTo>
                  <a:pt x="0" y="403098"/>
                </a:lnTo>
                <a:close/>
              </a:path>
            </a:pathLst>
          </a:custGeom>
          <a:ln w="25908">
            <a:solidFill>
              <a:srgbClr val="8063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08121" y="20663"/>
            <a:ext cx="2203258" cy="1023949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r>
              <a:rPr dirty="0"/>
              <a:t>@SIH</a:t>
            </a:r>
            <a:r>
              <a:rPr spc="15" dirty="0"/>
              <a:t> </a:t>
            </a:r>
            <a:r>
              <a:rPr dirty="0"/>
              <a:t>Idea </a:t>
            </a:r>
            <a:r>
              <a:rPr spc="-10" dirty="0"/>
              <a:t>submission-</a:t>
            </a:r>
            <a:r>
              <a:rPr spc="-40" dirty="0"/>
              <a:t> </a:t>
            </a:r>
            <a:r>
              <a:rPr spc="-10" dirty="0"/>
              <a:t>Template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0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8EE3EE9-B9E0-67BB-451A-2BB2AA7EE0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84" t="9730" r="80" b="7043"/>
          <a:stretch>
            <a:fillRect/>
          </a:stretch>
        </p:blipFill>
        <p:spPr>
          <a:xfrm>
            <a:off x="97684" y="1044612"/>
            <a:ext cx="11996632" cy="522084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BA15F22-9C55-9445-CE8D-EFBFA9442029}"/>
              </a:ext>
            </a:extLst>
          </p:cNvPr>
          <p:cNvSpPr txBox="1"/>
          <p:nvPr/>
        </p:nvSpPr>
        <p:spPr>
          <a:xfrm>
            <a:off x="758445" y="2033826"/>
            <a:ext cx="328015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Infrastructure Reusability:</a:t>
            </a:r>
            <a:r>
              <a:rPr lang="en-IN" sz="1600" dirty="0"/>
              <a:t> Uses shoppers' smartphone no smart cart upgrades needed</a:t>
            </a:r>
            <a:r>
              <a:rPr lang="en-IN" dirty="0"/>
              <a:t>.</a:t>
            </a:r>
            <a:r>
              <a:rPr lang="en-IN" sz="1400" dirty="0"/>
              <a:t>.</a:t>
            </a:r>
          </a:p>
        </p:txBody>
      </p:sp>
      <p:sp>
        <p:nvSpPr>
          <p:cNvPr id="55" name="object 74">
            <a:extLst>
              <a:ext uri="{FF2B5EF4-FFF2-40B4-BE49-F238E27FC236}">
                <a16:creationId xmlns:a16="http://schemas.microsoft.com/office/drawing/2014/main" id="{0B3CD693-108E-7781-5DDC-FEA0695B2824}"/>
              </a:ext>
            </a:extLst>
          </p:cNvPr>
          <p:cNvSpPr/>
          <p:nvPr/>
        </p:nvSpPr>
        <p:spPr>
          <a:xfrm>
            <a:off x="115253" y="2119444"/>
            <a:ext cx="646747" cy="623756"/>
          </a:xfrm>
          <a:custGeom>
            <a:avLst/>
            <a:gdLst/>
            <a:ahLst/>
            <a:cxnLst/>
            <a:rect l="l" t="t" r="r" b="b"/>
            <a:pathLst>
              <a:path w="757555" h="725804">
                <a:moveTo>
                  <a:pt x="347980" y="672414"/>
                </a:moveTo>
                <a:lnTo>
                  <a:pt x="347700" y="590981"/>
                </a:lnTo>
                <a:lnTo>
                  <a:pt x="323964" y="567524"/>
                </a:lnTo>
                <a:lnTo>
                  <a:pt x="309892" y="567677"/>
                </a:lnTo>
                <a:lnTo>
                  <a:pt x="294868" y="567766"/>
                </a:lnTo>
                <a:lnTo>
                  <a:pt x="161658" y="567791"/>
                </a:lnTo>
                <a:lnTo>
                  <a:pt x="130149" y="542124"/>
                </a:lnTo>
                <a:lnTo>
                  <a:pt x="131686" y="533552"/>
                </a:lnTo>
                <a:lnTo>
                  <a:pt x="136804" y="522808"/>
                </a:lnTo>
                <a:lnTo>
                  <a:pt x="148031" y="504228"/>
                </a:lnTo>
                <a:lnTo>
                  <a:pt x="158927" y="485749"/>
                </a:lnTo>
                <a:lnTo>
                  <a:pt x="169456" y="467372"/>
                </a:lnTo>
                <a:lnTo>
                  <a:pt x="179590" y="449097"/>
                </a:lnTo>
                <a:lnTo>
                  <a:pt x="182905" y="450761"/>
                </a:lnTo>
                <a:lnTo>
                  <a:pt x="185940" y="451586"/>
                </a:lnTo>
                <a:lnTo>
                  <a:pt x="188429" y="452132"/>
                </a:lnTo>
                <a:lnTo>
                  <a:pt x="189255" y="452412"/>
                </a:lnTo>
                <a:lnTo>
                  <a:pt x="190360" y="452691"/>
                </a:lnTo>
                <a:lnTo>
                  <a:pt x="191185" y="452970"/>
                </a:lnTo>
                <a:lnTo>
                  <a:pt x="193116" y="453796"/>
                </a:lnTo>
                <a:lnTo>
                  <a:pt x="195046" y="454075"/>
                </a:lnTo>
                <a:lnTo>
                  <a:pt x="201129" y="454075"/>
                </a:lnTo>
                <a:lnTo>
                  <a:pt x="205270" y="452970"/>
                </a:lnTo>
                <a:lnTo>
                  <a:pt x="208572" y="450481"/>
                </a:lnTo>
                <a:lnTo>
                  <a:pt x="213550" y="446620"/>
                </a:lnTo>
                <a:lnTo>
                  <a:pt x="216585" y="440817"/>
                </a:lnTo>
                <a:lnTo>
                  <a:pt x="216585" y="430606"/>
                </a:lnTo>
                <a:lnTo>
                  <a:pt x="216865" y="427291"/>
                </a:lnTo>
                <a:lnTo>
                  <a:pt x="216865" y="423710"/>
                </a:lnTo>
                <a:lnTo>
                  <a:pt x="216306" y="419849"/>
                </a:lnTo>
                <a:lnTo>
                  <a:pt x="215226" y="411403"/>
                </a:lnTo>
                <a:lnTo>
                  <a:pt x="214058" y="403009"/>
                </a:lnTo>
                <a:lnTo>
                  <a:pt x="211620" y="386168"/>
                </a:lnTo>
                <a:lnTo>
                  <a:pt x="207505" y="356870"/>
                </a:lnTo>
                <a:lnTo>
                  <a:pt x="205524" y="342112"/>
                </a:lnTo>
                <a:lnTo>
                  <a:pt x="203606" y="327367"/>
                </a:lnTo>
                <a:lnTo>
                  <a:pt x="198716" y="312064"/>
                </a:lnTo>
                <a:lnTo>
                  <a:pt x="190779" y="303707"/>
                </a:lnTo>
                <a:lnTo>
                  <a:pt x="182410" y="300202"/>
                </a:lnTo>
                <a:lnTo>
                  <a:pt x="176288" y="299491"/>
                </a:lnTo>
                <a:lnTo>
                  <a:pt x="169938" y="299491"/>
                </a:lnTo>
                <a:lnTo>
                  <a:pt x="164414" y="301421"/>
                </a:lnTo>
                <a:lnTo>
                  <a:pt x="146431" y="308902"/>
                </a:lnTo>
                <a:lnTo>
                  <a:pt x="133121" y="314325"/>
                </a:lnTo>
                <a:lnTo>
                  <a:pt x="106718" y="324891"/>
                </a:lnTo>
                <a:lnTo>
                  <a:pt x="75260" y="337591"/>
                </a:lnTo>
                <a:lnTo>
                  <a:pt x="71666" y="338963"/>
                </a:lnTo>
                <a:lnTo>
                  <a:pt x="68630" y="340626"/>
                </a:lnTo>
                <a:lnTo>
                  <a:pt x="65316" y="342557"/>
                </a:lnTo>
                <a:lnTo>
                  <a:pt x="62001" y="344208"/>
                </a:lnTo>
                <a:lnTo>
                  <a:pt x="60071" y="345313"/>
                </a:lnTo>
                <a:lnTo>
                  <a:pt x="53721" y="348627"/>
                </a:lnTo>
                <a:lnTo>
                  <a:pt x="49860" y="354977"/>
                </a:lnTo>
                <a:lnTo>
                  <a:pt x="49580" y="361873"/>
                </a:lnTo>
                <a:lnTo>
                  <a:pt x="49034" y="368782"/>
                </a:lnTo>
                <a:lnTo>
                  <a:pt x="52616" y="375399"/>
                </a:lnTo>
                <a:lnTo>
                  <a:pt x="58420" y="379272"/>
                </a:lnTo>
                <a:lnTo>
                  <a:pt x="66979" y="384784"/>
                </a:lnTo>
                <a:lnTo>
                  <a:pt x="62839" y="392239"/>
                </a:lnTo>
                <a:lnTo>
                  <a:pt x="39814" y="432079"/>
                </a:lnTo>
                <a:lnTo>
                  <a:pt x="18122" y="470357"/>
                </a:lnTo>
                <a:lnTo>
                  <a:pt x="4178" y="506615"/>
                </a:lnTo>
                <a:lnTo>
                  <a:pt x="0" y="544677"/>
                </a:lnTo>
                <a:lnTo>
                  <a:pt x="5499" y="582853"/>
                </a:lnTo>
                <a:lnTo>
                  <a:pt x="20599" y="619417"/>
                </a:lnTo>
                <a:lnTo>
                  <a:pt x="43294" y="650062"/>
                </a:lnTo>
                <a:lnTo>
                  <a:pt x="105143" y="688898"/>
                </a:lnTo>
                <a:lnTo>
                  <a:pt x="160401" y="696048"/>
                </a:lnTo>
                <a:lnTo>
                  <a:pt x="202018" y="696874"/>
                </a:lnTo>
                <a:lnTo>
                  <a:pt x="225412" y="696976"/>
                </a:lnTo>
                <a:lnTo>
                  <a:pt x="240423" y="696925"/>
                </a:lnTo>
                <a:lnTo>
                  <a:pt x="255612" y="696810"/>
                </a:lnTo>
                <a:lnTo>
                  <a:pt x="286423" y="696429"/>
                </a:lnTo>
                <a:lnTo>
                  <a:pt x="324510" y="696150"/>
                </a:lnTo>
                <a:lnTo>
                  <a:pt x="333654" y="694143"/>
                </a:lnTo>
                <a:lnTo>
                  <a:pt x="341109" y="689038"/>
                </a:lnTo>
                <a:lnTo>
                  <a:pt x="346138" y="681558"/>
                </a:lnTo>
                <a:lnTo>
                  <a:pt x="347980" y="672414"/>
                </a:lnTo>
                <a:close/>
              </a:path>
              <a:path w="757555" h="725804">
                <a:moveTo>
                  <a:pt x="598055" y="166725"/>
                </a:moveTo>
                <a:lnTo>
                  <a:pt x="595299" y="159816"/>
                </a:lnTo>
                <a:lnTo>
                  <a:pt x="589775" y="155409"/>
                </a:lnTo>
                <a:lnTo>
                  <a:pt x="586193" y="152641"/>
                </a:lnTo>
                <a:lnTo>
                  <a:pt x="582053" y="151269"/>
                </a:lnTo>
                <a:lnTo>
                  <a:pt x="575144" y="151269"/>
                </a:lnTo>
                <a:lnTo>
                  <a:pt x="572935" y="151815"/>
                </a:lnTo>
                <a:lnTo>
                  <a:pt x="570458" y="152641"/>
                </a:lnTo>
                <a:lnTo>
                  <a:pt x="568528" y="153466"/>
                </a:lnTo>
                <a:lnTo>
                  <a:pt x="565759" y="154571"/>
                </a:lnTo>
                <a:lnTo>
                  <a:pt x="563283" y="155409"/>
                </a:lnTo>
                <a:lnTo>
                  <a:pt x="561073" y="156514"/>
                </a:lnTo>
                <a:lnTo>
                  <a:pt x="558584" y="157619"/>
                </a:lnTo>
                <a:lnTo>
                  <a:pt x="554443" y="150431"/>
                </a:lnTo>
                <a:lnTo>
                  <a:pt x="550583" y="143535"/>
                </a:lnTo>
                <a:lnTo>
                  <a:pt x="537019" y="119926"/>
                </a:lnTo>
                <a:lnTo>
                  <a:pt x="517563" y="86944"/>
                </a:lnTo>
                <a:lnTo>
                  <a:pt x="482904" y="40995"/>
                </a:lnTo>
                <a:lnTo>
                  <a:pt x="416915" y="4826"/>
                </a:lnTo>
                <a:lnTo>
                  <a:pt x="378333" y="0"/>
                </a:lnTo>
                <a:lnTo>
                  <a:pt x="338429" y="5080"/>
                </a:lnTo>
                <a:lnTo>
                  <a:pt x="302082" y="19773"/>
                </a:lnTo>
                <a:lnTo>
                  <a:pt x="270814" y="43205"/>
                </a:lnTo>
                <a:lnTo>
                  <a:pt x="246113" y="74523"/>
                </a:lnTo>
                <a:lnTo>
                  <a:pt x="215887" y="126212"/>
                </a:lnTo>
                <a:lnTo>
                  <a:pt x="186499" y="177482"/>
                </a:lnTo>
                <a:lnTo>
                  <a:pt x="179832" y="189039"/>
                </a:lnTo>
                <a:lnTo>
                  <a:pt x="166382" y="212039"/>
                </a:lnTo>
                <a:lnTo>
                  <a:pt x="159715" y="223583"/>
                </a:lnTo>
                <a:lnTo>
                  <a:pt x="156667" y="232308"/>
                </a:lnTo>
                <a:lnTo>
                  <a:pt x="157238" y="241249"/>
                </a:lnTo>
                <a:lnTo>
                  <a:pt x="161112" y="249364"/>
                </a:lnTo>
                <a:lnTo>
                  <a:pt x="167995" y="255600"/>
                </a:lnTo>
                <a:lnTo>
                  <a:pt x="239776" y="297561"/>
                </a:lnTo>
                <a:lnTo>
                  <a:pt x="243357" y="299770"/>
                </a:lnTo>
                <a:lnTo>
                  <a:pt x="247497" y="300875"/>
                </a:lnTo>
                <a:lnTo>
                  <a:pt x="260197" y="300875"/>
                </a:lnTo>
                <a:lnTo>
                  <a:pt x="267919" y="296456"/>
                </a:lnTo>
                <a:lnTo>
                  <a:pt x="272059" y="289280"/>
                </a:lnTo>
                <a:lnTo>
                  <a:pt x="276161" y="282409"/>
                </a:lnTo>
                <a:lnTo>
                  <a:pt x="284251" y="268554"/>
                </a:lnTo>
                <a:lnTo>
                  <a:pt x="288353" y="261683"/>
                </a:lnTo>
                <a:lnTo>
                  <a:pt x="305193" y="232918"/>
                </a:lnTo>
                <a:lnTo>
                  <a:pt x="322097" y="203847"/>
                </a:lnTo>
                <a:lnTo>
                  <a:pt x="338886" y="174574"/>
                </a:lnTo>
                <a:lnTo>
                  <a:pt x="355422" y="145186"/>
                </a:lnTo>
                <a:lnTo>
                  <a:pt x="360057" y="138582"/>
                </a:lnTo>
                <a:lnTo>
                  <a:pt x="365569" y="133731"/>
                </a:lnTo>
                <a:lnTo>
                  <a:pt x="371805" y="130746"/>
                </a:lnTo>
                <a:lnTo>
                  <a:pt x="378612" y="129730"/>
                </a:lnTo>
                <a:lnTo>
                  <a:pt x="385864" y="130835"/>
                </a:lnTo>
                <a:lnTo>
                  <a:pt x="392557" y="134010"/>
                </a:lnTo>
                <a:lnTo>
                  <a:pt x="398411" y="139052"/>
                </a:lnTo>
                <a:lnTo>
                  <a:pt x="403174" y="145745"/>
                </a:lnTo>
                <a:lnTo>
                  <a:pt x="409435" y="156959"/>
                </a:lnTo>
                <a:lnTo>
                  <a:pt x="415772" y="168173"/>
                </a:lnTo>
                <a:lnTo>
                  <a:pt x="422160" y="179285"/>
                </a:lnTo>
                <a:lnTo>
                  <a:pt x="428574" y="190182"/>
                </a:lnTo>
                <a:lnTo>
                  <a:pt x="445693" y="220002"/>
                </a:lnTo>
                <a:lnTo>
                  <a:pt x="445960" y="220268"/>
                </a:lnTo>
                <a:lnTo>
                  <a:pt x="446519" y="221373"/>
                </a:lnTo>
                <a:lnTo>
                  <a:pt x="445693" y="221653"/>
                </a:lnTo>
                <a:lnTo>
                  <a:pt x="444855" y="222199"/>
                </a:lnTo>
                <a:lnTo>
                  <a:pt x="444309" y="222758"/>
                </a:lnTo>
                <a:lnTo>
                  <a:pt x="443750" y="223037"/>
                </a:lnTo>
                <a:lnTo>
                  <a:pt x="442379" y="223862"/>
                </a:lnTo>
                <a:lnTo>
                  <a:pt x="441274" y="224409"/>
                </a:lnTo>
                <a:lnTo>
                  <a:pt x="440169" y="225247"/>
                </a:lnTo>
                <a:lnTo>
                  <a:pt x="436854" y="226898"/>
                </a:lnTo>
                <a:lnTo>
                  <a:pt x="430504" y="230479"/>
                </a:lnTo>
                <a:lnTo>
                  <a:pt x="426364" y="237388"/>
                </a:lnTo>
                <a:lnTo>
                  <a:pt x="427469" y="252844"/>
                </a:lnTo>
                <a:lnTo>
                  <a:pt x="432168" y="259473"/>
                </a:lnTo>
                <a:lnTo>
                  <a:pt x="439064" y="262229"/>
                </a:lnTo>
                <a:lnTo>
                  <a:pt x="453313" y="268020"/>
                </a:lnTo>
                <a:lnTo>
                  <a:pt x="460222" y="270929"/>
                </a:lnTo>
                <a:lnTo>
                  <a:pt x="481660" y="280098"/>
                </a:lnTo>
                <a:lnTo>
                  <a:pt x="496100" y="286105"/>
                </a:lnTo>
                <a:lnTo>
                  <a:pt x="510374" y="291909"/>
                </a:lnTo>
                <a:lnTo>
                  <a:pt x="524637" y="297561"/>
                </a:lnTo>
                <a:lnTo>
                  <a:pt x="527113" y="298386"/>
                </a:lnTo>
                <a:lnTo>
                  <a:pt x="529323" y="299212"/>
                </a:lnTo>
                <a:lnTo>
                  <a:pt x="556374" y="307225"/>
                </a:lnTo>
                <a:lnTo>
                  <a:pt x="569722" y="303669"/>
                </a:lnTo>
                <a:lnTo>
                  <a:pt x="577392" y="294970"/>
                </a:lnTo>
                <a:lnTo>
                  <a:pt x="581177" y="284048"/>
                </a:lnTo>
                <a:lnTo>
                  <a:pt x="582879" y="273824"/>
                </a:lnTo>
                <a:lnTo>
                  <a:pt x="583158" y="271056"/>
                </a:lnTo>
                <a:lnTo>
                  <a:pt x="583704" y="267474"/>
                </a:lnTo>
                <a:lnTo>
                  <a:pt x="584250" y="263334"/>
                </a:lnTo>
                <a:lnTo>
                  <a:pt x="586486" y="248246"/>
                </a:lnTo>
                <a:lnTo>
                  <a:pt x="593090" y="202057"/>
                </a:lnTo>
                <a:lnTo>
                  <a:pt x="593966" y="195008"/>
                </a:lnTo>
                <a:lnTo>
                  <a:pt x="594918" y="187947"/>
                </a:lnTo>
                <a:lnTo>
                  <a:pt x="596950" y="173621"/>
                </a:lnTo>
                <a:lnTo>
                  <a:pt x="598055" y="166725"/>
                </a:lnTo>
                <a:close/>
              </a:path>
              <a:path w="757555" h="725804">
                <a:moveTo>
                  <a:pt x="757085" y="556475"/>
                </a:moveTo>
                <a:lnTo>
                  <a:pt x="753516" y="508850"/>
                </a:lnTo>
                <a:lnTo>
                  <a:pt x="734136" y="460692"/>
                </a:lnTo>
                <a:lnTo>
                  <a:pt x="686663" y="377888"/>
                </a:lnTo>
                <a:lnTo>
                  <a:pt x="660349" y="332193"/>
                </a:lnTo>
                <a:lnTo>
                  <a:pt x="651611" y="316877"/>
                </a:lnTo>
                <a:lnTo>
                  <a:pt x="647471" y="309435"/>
                </a:lnTo>
                <a:lnTo>
                  <a:pt x="639737" y="305015"/>
                </a:lnTo>
                <a:lnTo>
                  <a:pt x="626770" y="305015"/>
                </a:lnTo>
                <a:lnTo>
                  <a:pt x="622630" y="306120"/>
                </a:lnTo>
                <a:lnTo>
                  <a:pt x="619036" y="308330"/>
                </a:lnTo>
                <a:lnTo>
                  <a:pt x="547814" y="350837"/>
                </a:lnTo>
                <a:lnTo>
                  <a:pt x="540981" y="357085"/>
                </a:lnTo>
                <a:lnTo>
                  <a:pt x="537159" y="365188"/>
                </a:lnTo>
                <a:lnTo>
                  <a:pt x="536600" y="374129"/>
                </a:lnTo>
                <a:lnTo>
                  <a:pt x="539534" y="382854"/>
                </a:lnTo>
                <a:lnTo>
                  <a:pt x="546785" y="395363"/>
                </a:lnTo>
                <a:lnTo>
                  <a:pt x="568248" y="432816"/>
                </a:lnTo>
                <a:lnTo>
                  <a:pt x="581647" y="456349"/>
                </a:lnTo>
                <a:lnTo>
                  <a:pt x="595337" y="480047"/>
                </a:lnTo>
                <a:lnTo>
                  <a:pt x="609282" y="503809"/>
                </a:lnTo>
                <a:lnTo>
                  <a:pt x="623455" y="527494"/>
                </a:lnTo>
                <a:lnTo>
                  <a:pt x="626999" y="535393"/>
                </a:lnTo>
                <a:lnTo>
                  <a:pt x="600824" y="567791"/>
                </a:lnTo>
                <a:lnTo>
                  <a:pt x="584466" y="567410"/>
                </a:lnTo>
                <a:lnTo>
                  <a:pt x="575894" y="567296"/>
                </a:lnTo>
                <a:lnTo>
                  <a:pt x="566585" y="567245"/>
                </a:lnTo>
                <a:lnTo>
                  <a:pt x="538708" y="567524"/>
                </a:lnTo>
                <a:lnTo>
                  <a:pt x="531723" y="567677"/>
                </a:lnTo>
                <a:lnTo>
                  <a:pt x="524802" y="567766"/>
                </a:lnTo>
                <a:lnTo>
                  <a:pt x="509447" y="567791"/>
                </a:lnTo>
                <a:lnTo>
                  <a:pt x="509447" y="560070"/>
                </a:lnTo>
                <a:lnTo>
                  <a:pt x="507796" y="556196"/>
                </a:lnTo>
                <a:lnTo>
                  <a:pt x="506691" y="553440"/>
                </a:lnTo>
                <a:lnTo>
                  <a:pt x="506412" y="552894"/>
                </a:lnTo>
                <a:lnTo>
                  <a:pt x="505866" y="551230"/>
                </a:lnTo>
                <a:lnTo>
                  <a:pt x="503656" y="545439"/>
                </a:lnTo>
                <a:lnTo>
                  <a:pt x="498957" y="540740"/>
                </a:lnTo>
                <a:lnTo>
                  <a:pt x="490956" y="538530"/>
                </a:lnTo>
                <a:lnTo>
                  <a:pt x="489305" y="538264"/>
                </a:lnTo>
                <a:lnTo>
                  <a:pt x="482955" y="538264"/>
                </a:lnTo>
                <a:lnTo>
                  <a:pt x="478815" y="539635"/>
                </a:lnTo>
                <a:lnTo>
                  <a:pt x="475221" y="542404"/>
                </a:lnTo>
                <a:lnTo>
                  <a:pt x="461695" y="553161"/>
                </a:lnTo>
                <a:lnTo>
                  <a:pt x="442683" y="567944"/>
                </a:lnTo>
                <a:lnTo>
                  <a:pt x="424053" y="582523"/>
                </a:lnTo>
                <a:lnTo>
                  <a:pt x="405688" y="597065"/>
                </a:lnTo>
                <a:lnTo>
                  <a:pt x="387451" y="611682"/>
                </a:lnTo>
                <a:lnTo>
                  <a:pt x="383578" y="614718"/>
                </a:lnTo>
                <a:lnTo>
                  <a:pt x="379171" y="620788"/>
                </a:lnTo>
                <a:lnTo>
                  <a:pt x="379171" y="640118"/>
                </a:lnTo>
                <a:lnTo>
                  <a:pt x="422262" y="679653"/>
                </a:lnTo>
                <a:lnTo>
                  <a:pt x="457835" y="707745"/>
                </a:lnTo>
                <a:lnTo>
                  <a:pt x="475221" y="721550"/>
                </a:lnTo>
                <a:lnTo>
                  <a:pt x="478815" y="724306"/>
                </a:lnTo>
                <a:lnTo>
                  <a:pt x="482955" y="725690"/>
                </a:lnTo>
                <a:lnTo>
                  <a:pt x="487375" y="725690"/>
                </a:lnTo>
                <a:lnTo>
                  <a:pt x="489572" y="725690"/>
                </a:lnTo>
                <a:lnTo>
                  <a:pt x="491782" y="725411"/>
                </a:lnTo>
                <a:lnTo>
                  <a:pt x="494817" y="724306"/>
                </a:lnTo>
                <a:lnTo>
                  <a:pt x="501446" y="722096"/>
                </a:lnTo>
                <a:lnTo>
                  <a:pt x="505866" y="716305"/>
                </a:lnTo>
                <a:lnTo>
                  <a:pt x="507238" y="709676"/>
                </a:lnTo>
                <a:lnTo>
                  <a:pt x="507796" y="706361"/>
                </a:lnTo>
                <a:lnTo>
                  <a:pt x="508622" y="702779"/>
                </a:lnTo>
                <a:lnTo>
                  <a:pt x="508901" y="700570"/>
                </a:lnTo>
                <a:lnTo>
                  <a:pt x="509181" y="697534"/>
                </a:lnTo>
                <a:lnTo>
                  <a:pt x="509181" y="696150"/>
                </a:lnTo>
                <a:lnTo>
                  <a:pt x="592328" y="696112"/>
                </a:lnTo>
                <a:lnTo>
                  <a:pt x="641375" y="692061"/>
                </a:lnTo>
                <a:lnTo>
                  <a:pt x="695071" y="666838"/>
                </a:lnTo>
                <a:lnTo>
                  <a:pt x="744969" y="602449"/>
                </a:lnTo>
                <a:lnTo>
                  <a:pt x="757085" y="556475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7997C25-3C27-8476-D1A4-C4958F826CFF}"/>
              </a:ext>
            </a:extLst>
          </p:cNvPr>
          <p:cNvSpPr txBox="1"/>
          <p:nvPr/>
        </p:nvSpPr>
        <p:spPr>
          <a:xfrm>
            <a:off x="159774" y="1352764"/>
            <a:ext cx="48748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454A50"/>
                </a:solidFill>
                <a:latin typeface="Times New Roman"/>
                <a:cs typeface="Times New Roman"/>
              </a:rPr>
              <a:t>FEASIBILITY</a:t>
            </a:r>
            <a:r>
              <a:rPr lang="en-IN" sz="2400" b="1" spc="45" dirty="0">
                <a:solidFill>
                  <a:srgbClr val="454A50"/>
                </a:solidFill>
                <a:latin typeface="Times New Roman"/>
                <a:cs typeface="Times New Roman"/>
              </a:rPr>
              <a:t> </a:t>
            </a:r>
            <a:r>
              <a:rPr lang="en-IN" sz="2400" b="1" spc="-10" dirty="0">
                <a:solidFill>
                  <a:srgbClr val="454A50"/>
                </a:solidFill>
                <a:latin typeface="Times New Roman"/>
                <a:cs typeface="Times New Roman"/>
              </a:rPr>
              <a:t>ANALYSIS</a:t>
            </a:r>
            <a:endParaRPr lang="en-IN" sz="24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FBCD3B5-5C34-E315-F3C3-1F751E6DFAB5}"/>
              </a:ext>
            </a:extLst>
          </p:cNvPr>
          <p:cNvSpPr txBox="1"/>
          <p:nvPr/>
        </p:nvSpPr>
        <p:spPr>
          <a:xfrm>
            <a:off x="5027232" y="144779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spc="-10" dirty="0">
                <a:solidFill>
                  <a:srgbClr val="454A50"/>
                </a:solidFill>
                <a:latin typeface="Times New Roman"/>
                <a:cs typeface="Times New Roman"/>
              </a:rPr>
              <a:t>VIABILITY</a:t>
            </a:r>
            <a:endParaRPr lang="en-IN" sz="24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398F2BB-ADD5-C7D1-4897-B757654E6DF9}"/>
              </a:ext>
            </a:extLst>
          </p:cNvPr>
          <p:cNvSpPr txBox="1"/>
          <p:nvPr/>
        </p:nvSpPr>
        <p:spPr>
          <a:xfrm>
            <a:off x="8153400" y="1447800"/>
            <a:ext cx="46927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spc="85" dirty="0">
                <a:solidFill>
                  <a:srgbClr val="454A50"/>
                </a:solidFill>
                <a:latin typeface="Times New Roman"/>
                <a:cs typeface="Times New Roman"/>
              </a:rPr>
              <a:t>BUSINESS</a:t>
            </a:r>
            <a:r>
              <a:rPr lang="en-IN" sz="2400" b="1" spc="20" dirty="0">
                <a:solidFill>
                  <a:srgbClr val="454A50"/>
                </a:solidFill>
                <a:latin typeface="Times New Roman"/>
                <a:cs typeface="Times New Roman"/>
              </a:rPr>
              <a:t> </a:t>
            </a:r>
            <a:r>
              <a:rPr lang="en-IN" sz="2400" b="1" spc="35" dirty="0">
                <a:solidFill>
                  <a:srgbClr val="454A50"/>
                </a:solidFill>
                <a:latin typeface="Times New Roman"/>
                <a:cs typeface="Times New Roman"/>
              </a:rPr>
              <a:t>POTENTIAL</a:t>
            </a:r>
            <a:endParaRPr lang="en-IN" sz="2400" dirty="0"/>
          </a:p>
        </p:txBody>
      </p:sp>
      <p:pic>
        <p:nvPicPr>
          <p:cNvPr id="67" name="object 73">
            <a:extLst>
              <a:ext uri="{FF2B5EF4-FFF2-40B4-BE49-F238E27FC236}">
                <a16:creationId xmlns:a16="http://schemas.microsoft.com/office/drawing/2014/main" id="{9C40BD4E-F978-9EF0-B155-4E22C22B2C0A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506200" y="990600"/>
            <a:ext cx="343535" cy="566843"/>
          </a:xfrm>
          <a:prstGeom prst="rect">
            <a:avLst/>
          </a:prstGeom>
        </p:spPr>
      </p:pic>
      <p:sp>
        <p:nvSpPr>
          <p:cNvPr id="74" name="TextBox 73">
            <a:extLst>
              <a:ext uri="{FF2B5EF4-FFF2-40B4-BE49-F238E27FC236}">
                <a16:creationId xmlns:a16="http://schemas.microsoft.com/office/drawing/2014/main" id="{7648F9AA-D39D-2495-7A88-BFA7CA32E11C}"/>
              </a:ext>
            </a:extLst>
          </p:cNvPr>
          <p:cNvSpPr txBox="1"/>
          <p:nvPr/>
        </p:nvSpPr>
        <p:spPr>
          <a:xfrm>
            <a:off x="693174" y="2952929"/>
            <a:ext cx="33454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Low-Cost Deployment:</a:t>
            </a:r>
            <a:r>
              <a:rPr lang="en-IN" sz="1600" dirty="0"/>
              <a:t> Prototype costs only ~₹2,000, replacing costly commercial kiosks (₹2.5L+).</a:t>
            </a:r>
          </a:p>
        </p:txBody>
      </p:sp>
      <p:sp>
        <p:nvSpPr>
          <p:cNvPr id="76" name="object 80">
            <a:extLst>
              <a:ext uri="{FF2B5EF4-FFF2-40B4-BE49-F238E27FC236}">
                <a16:creationId xmlns:a16="http://schemas.microsoft.com/office/drawing/2014/main" id="{E17E2973-68ED-3195-D965-E004B4BD609E}"/>
              </a:ext>
            </a:extLst>
          </p:cNvPr>
          <p:cNvSpPr/>
          <p:nvPr/>
        </p:nvSpPr>
        <p:spPr>
          <a:xfrm>
            <a:off x="159774" y="3048000"/>
            <a:ext cx="602226" cy="571624"/>
          </a:xfrm>
          <a:custGeom>
            <a:avLst/>
            <a:gdLst/>
            <a:ahLst/>
            <a:cxnLst/>
            <a:rect l="l" t="t" r="r" b="b"/>
            <a:pathLst>
              <a:path w="771525" h="657225">
                <a:moveTo>
                  <a:pt x="291363" y="503478"/>
                </a:moveTo>
                <a:lnTo>
                  <a:pt x="288048" y="497814"/>
                </a:lnTo>
                <a:lnTo>
                  <a:pt x="261607" y="485736"/>
                </a:lnTo>
                <a:lnTo>
                  <a:pt x="261607" y="516978"/>
                </a:lnTo>
                <a:lnTo>
                  <a:pt x="260692" y="527431"/>
                </a:lnTo>
                <a:lnTo>
                  <a:pt x="232397" y="534784"/>
                </a:lnTo>
                <a:lnTo>
                  <a:pt x="229108" y="537400"/>
                </a:lnTo>
                <a:lnTo>
                  <a:pt x="214261" y="565873"/>
                </a:lnTo>
                <a:lnTo>
                  <a:pt x="214007" y="570064"/>
                </a:lnTo>
                <a:lnTo>
                  <a:pt x="224205" y="597420"/>
                </a:lnTo>
                <a:lnTo>
                  <a:pt x="216166" y="604164"/>
                </a:lnTo>
                <a:lnTo>
                  <a:pt x="190957" y="589381"/>
                </a:lnTo>
                <a:lnTo>
                  <a:pt x="186778" y="588911"/>
                </a:lnTo>
                <a:lnTo>
                  <a:pt x="156121" y="598563"/>
                </a:lnTo>
                <a:lnTo>
                  <a:pt x="152971" y="601332"/>
                </a:lnTo>
                <a:lnTo>
                  <a:pt x="140804" y="627888"/>
                </a:lnTo>
                <a:lnTo>
                  <a:pt x="130352" y="626973"/>
                </a:lnTo>
                <a:lnTo>
                  <a:pt x="126085" y="610603"/>
                </a:lnTo>
                <a:lnTo>
                  <a:pt x="122986" y="598716"/>
                </a:lnTo>
                <a:lnTo>
                  <a:pt x="122859" y="598563"/>
                </a:lnTo>
                <a:lnTo>
                  <a:pt x="120370" y="595439"/>
                </a:lnTo>
                <a:lnTo>
                  <a:pt x="110947" y="590537"/>
                </a:lnTo>
                <a:lnTo>
                  <a:pt x="91859" y="580605"/>
                </a:lnTo>
                <a:lnTo>
                  <a:pt x="87655" y="580351"/>
                </a:lnTo>
                <a:lnTo>
                  <a:pt x="60261" y="590537"/>
                </a:lnTo>
                <a:lnTo>
                  <a:pt x="53505" y="582510"/>
                </a:lnTo>
                <a:lnTo>
                  <a:pt x="68313" y="557326"/>
                </a:lnTo>
                <a:lnTo>
                  <a:pt x="68783" y="553161"/>
                </a:lnTo>
                <a:lnTo>
                  <a:pt x="59118" y="522541"/>
                </a:lnTo>
                <a:lnTo>
                  <a:pt x="56337" y="519391"/>
                </a:lnTo>
                <a:lnTo>
                  <a:pt x="29756" y="507250"/>
                </a:lnTo>
                <a:lnTo>
                  <a:pt x="30670" y="496811"/>
                </a:lnTo>
                <a:lnTo>
                  <a:pt x="58966" y="489458"/>
                </a:lnTo>
                <a:lnTo>
                  <a:pt x="62242" y="486841"/>
                </a:lnTo>
                <a:lnTo>
                  <a:pt x="77089" y="458368"/>
                </a:lnTo>
                <a:lnTo>
                  <a:pt x="77355" y="454177"/>
                </a:lnTo>
                <a:lnTo>
                  <a:pt x="67144" y="426821"/>
                </a:lnTo>
                <a:lnTo>
                  <a:pt x="75196" y="420077"/>
                </a:lnTo>
                <a:lnTo>
                  <a:pt x="100406" y="434860"/>
                </a:lnTo>
                <a:lnTo>
                  <a:pt x="104584" y="435330"/>
                </a:lnTo>
                <a:lnTo>
                  <a:pt x="135242" y="425678"/>
                </a:lnTo>
                <a:lnTo>
                  <a:pt x="138391" y="422910"/>
                </a:lnTo>
                <a:lnTo>
                  <a:pt x="139687" y="420077"/>
                </a:lnTo>
                <a:lnTo>
                  <a:pt x="146532" y="405117"/>
                </a:lnTo>
                <a:lnTo>
                  <a:pt x="150545" y="396354"/>
                </a:lnTo>
                <a:lnTo>
                  <a:pt x="161010" y="397268"/>
                </a:lnTo>
                <a:lnTo>
                  <a:pt x="168376" y="425526"/>
                </a:lnTo>
                <a:lnTo>
                  <a:pt x="168503" y="425678"/>
                </a:lnTo>
                <a:lnTo>
                  <a:pt x="170992" y="428802"/>
                </a:lnTo>
                <a:lnTo>
                  <a:pt x="199504" y="443623"/>
                </a:lnTo>
                <a:lnTo>
                  <a:pt x="203695" y="443890"/>
                </a:lnTo>
                <a:lnTo>
                  <a:pt x="231101" y="433705"/>
                </a:lnTo>
                <a:lnTo>
                  <a:pt x="237845" y="441731"/>
                </a:lnTo>
                <a:lnTo>
                  <a:pt x="223050" y="466915"/>
                </a:lnTo>
                <a:lnTo>
                  <a:pt x="222567" y="471081"/>
                </a:lnTo>
                <a:lnTo>
                  <a:pt x="232244" y="501700"/>
                </a:lnTo>
                <a:lnTo>
                  <a:pt x="235013" y="504837"/>
                </a:lnTo>
                <a:lnTo>
                  <a:pt x="261607" y="516978"/>
                </a:lnTo>
                <a:lnTo>
                  <a:pt x="261607" y="485736"/>
                </a:lnTo>
                <a:lnTo>
                  <a:pt x="256273" y="483298"/>
                </a:lnTo>
                <a:lnTo>
                  <a:pt x="252818" y="472389"/>
                </a:lnTo>
                <a:lnTo>
                  <a:pt x="270522" y="442290"/>
                </a:lnTo>
                <a:lnTo>
                  <a:pt x="270471" y="441731"/>
                </a:lnTo>
                <a:lnTo>
                  <a:pt x="269976" y="435749"/>
                </a:lnTo>
                <a:lnTo>
                  <a:pt x="268249" y="433705"/>
                </a:lnTo>
                <a:lnTo>
                  <a:pt x="251396" y="413651"/>
                </a:lnTo>
                <a:lnTo>
                  <a:pt x="242570" y="403136"/>
                </a:lnTo>
                <a:lnTo>
                  <a:pt x="236220" y="401472"/>
                </a:lnTo>
                <a:lnTo>
                  <a:pt x="203466" y="413651"/>
                </a:lnTo>
                <a:lnTo>
                  <a:pt x="193306" y="408368"/>
                </a:lnTo>
                <a:lnTo>
                  <a:pt x="190182" y="396354"/>
                </a:lnTo>
                <a:lnTo>
                  <a:pt x="184518" y="374586"/>
                </a:lnTo>
                <a:lnTo>
                  <a:pt x="179501" y="370357"/>
                </a:lnTo>
                <a:lnTo>
                  <a:pt x="137033" y="366649"/>
                </a:lnTo>
                <a:lnTo>
                  <a:pt x="131343" y="369938"/>
                </a:lnTo>
                <a:lnTo>
                  <a:pt x="116814" y="401688"/>
                </a:lnTo>
                <a:lnTo>
                  <a:pt x="105892" y="405117"/>
                </a:lnTo>
                <a:lnTo>
                  <a:pt x="75755" y="387451"/>
                </a:lnTo>
                <a:lnTo>
                  <a:pt x="69215" y="387997"/>
                </a:lnTo>
                <a:lnTo>
                  <a:pt x="36550" y="415366"/>
                </a:lnTo>
                <a:lnTo>
                  <a:pt x="34874" y="421703"/>
                </a:lnTo>
                <a:lnTo>
                  <a:pt x="47066" y="454418"/>
                </a:lnTo>
                <a:lnTo>
                  <a:pt x="41783" y="464553"/>
                </a:lnTo>
                <a:lnTo>
                  <a:pt x="7962" y="473341"/>
                </a:lnTo>
                <a:lnTo>
                  <a:pt x="3721" y="478345"/>
                </a:lnTo>
                <a:lnTo>
                  <a:pt x="0" y="520763"/>
                </a:lnTo>
                <a:lnTo>
                  <a:pt x="3302" y="526440"/>
                </a:lnTo>
                <a:lnTo>
                  <a:pt x="35090" y="540956"/>
                </a:lnTo>
                <a:lnTo>
                  <a:pt x="38531" y="551853"/>
                </a:lnTo>
                <a:lnTo>
                  <a:pt x="20828" y="581952"/>
                </a:lnTo>
                <a:lnTo>
                  <a:pt x="20878" y="582510"/>
                </a:lnTo>
                <a:lnTo>
                  <a:pt x="21374" y="588492"/>
                </a:lnTo>
                <a:lnTo>
                  <a:pt x="48780" y="621106"/>
                </a:lnTo>
                <a:lnTo>
                  <a:pt x="55143" y="622782"/>
                </a:lnTo>
                <a:lnTo>
                  <a:pt x="87884" y="610603"/>
                </a:lnTo>
                <a:lnTo>
                  <a:pt x="98044" y="615873"/>
                </a:lnTo>
                <a:lnTo>
                  <a:pt x="106845" y="649655"/>
                </a:lnTo>
                <a:lnTo>
                  <a:pt x="111861" y="653897"/>
                </a:lnTo>
                <a:lnTo>
                  <a:pt x="148336" y="657085"/>
                </a:lnTo>
                <a:lnTo>
                  <a:pt x="155194" y="657085"/>
                </a:lnTo>
                <a:lnTo>
                  <a:pt x="160197" y="653897"/>
                </a:lnTo>
                <a:lnTo>
                  <a:pt x="172110" y="627888"/>
                </a:lnTo>
                <a:lnTo>
                  <a:pt x="174548" y="622566"/>
                </a:lnTo>
                <a:lnTo>
                  <a:pt x="185458" y="619125"/>
                </a:lnTo>
                <a:lnTo>
                  <a:pt x="215595" y="636790"/>
                </a:lnTo>
                <a:lnTo>
                  <a:pt x="222148" y="636244"/>
                </a:lnTo>
                <a:lnTo>
                  <a:pt x="242582" y="619125"/>
                </a:lnTo>
                <a:lnTo>
                  <a:pt x="254812" y="608888"/>
                </a:lnTo>
                <a:lnTo>
                  <a:pt x="256057" y="604164"/>
                </a:lnTo>
                <a:lnTo>
                  <a:pt x="256489" y="602538"/>
                </a:lnTo>
                <a:lnTo>
                  <a:pt x="244284" y="569836"/>
                </a:lnTo>
                <a:lnTo>
                  <a:pt x="249580" y="559689"/>
                </a:lnTo>
                <a:lnTo>
                  <a:pt x="283400" y="550900"/>
                </a:lnTo>
                <a:lnTo>
                  <a:pt x="287642" y="545896"/>
                </a:lnTo>
                <a:lnTo>
                  <a:pt x="291363" y="503478"/>
                </a:lnTo>
                <a:close/>
              </a:path>
              <a:path w="771525" h="657225">
                <a:moveTo>
                  <a:pt x="771309" y="314680"/>
                </a:moveTo>
                <a:lnTo>
                  <a:pt x="769683" y="283006"/>
                </a:lnTo>
                <a:lnTo>
                  <a:pt x="765086" y="252857"/>
                </a:lnTo>
                <a:lnTo>
                  <a:pt x="764946" y="251929"/>
                </a:lnTo>
                <a:lnTo>
                  <a:pt x="746226" y="191973"/>
                </a:lnTo>
                <a:lnTo>
                  <a:pt x="717194" y="138696"/>
                </a:lnTo>
                <a:lnTo>
                  <a:pt x="678345" y="91884"/>
                </a:lnTo>
                <a:lnTo>
                  <a:pt x="631304" y="53301"/>
                </a:lnTo>
                <a:lnTo>
                  <a:pt x="577837" y="24523"/>
                </a:lnTo>
                <a:lnTo>
                  <a:pt x="553605" y="15760"/>
                </a:lnTo>
                <a:lnTo>
                  <a:pt x="553605" y="396938"/>
                </a:lnTo>
                <a:lnTo>
                  <a:pt x="553593" y="407695"/>
                </a:lnTo>
                <a:lnTo>
                  <a:pt x="551865" y="425780"/>
                </a:lnTo>
                <a:lnTo>
                  <a:pt x="551738" y="426186"/>
                </a:lnTo>
                <a:lnTo>
                  <a:pt x="546595" y="443255"/>
                </a:lnTo>
                <a:lnTo>
                  <a:pt x="513232" y="484632"/>
                </a:lnTo>
                <a:lnTo>
                  <a:pt x="466191" y="501091"/>
                </a:lnTo>
                <a:lnTo>
                  <a:pt x="466280" y="543344"/>
                </a:lnTo>
                <a:lnTo>
                  <a:pt x="459930" y="549719"/>
                </a:lnTo>
                <a:lnTo>
                  <a:pt x="444182" y="549719"/>
                </a:lnTo>
                <a:lnTo>
                  <a:pt x="437819" y="543344"/>
                </a:lnTo>
                <a:lnTo>
                  <a:pt x="437730" y="500303"/>
                </a:lnTo>
                <a:lnTo>
                  <a:pt x="423291" y="496963"/>
                </a:lnTo>
                <a:lnTo>
                  <a:pt x="385508" y="474014"/>
                </a:lnTo>
                <a:lnTo>
                  <a:pt x="364921" y="443255"/>
                </a:lnTo>
                <a:lnTo>
                  <a:pt x="359702" y="426186"/>
                </a:lnTo>
                <a:lnTo>
                  <a:pt x="359664" y="425780"/>
                </a:lnTo>
                <a:lnTo>
                  <a:pt x="357860" y="407695"/>
                </a:lnTo>
                <a:lnTo>
                  <a:pt x="357873" y="387286"/>
                </a:lnTo>
                <a:lnTo>
                  <a:pt x="364197" y="380936"/>
                </a:lnTo>
                <a:lnTo>
                  <a:pt x="379882" y="380936"/>
                </a:lnTo>
                <a:lnTo>
                  <a:pt x="386270" y="387286"/>
                </a:lnTo>
                <a:lnTo>
                  <a:pt x="386321" y="407695"/>
                </a:lnTo>
                <a:lnTo>
                  <a:pt x="391515" y="433108"/>
                </a:lnTo>
                <a:lnTo>
                  <a:pt x="405599" y="453847"/>
                </a:lnTo>
                <a:lnTo>
                  <a:pt x="426250" y="467702"/>
                </a:lnTo>
                <a:lnTo>
                  <a:pt x="425805" y="467702"/>
                </a:lnTo>
                <a:lnTo>
                  <a:pt x="451815" y="472897"/>
                </a:lnTo>
                <a:lnTo>
                  <a:pt x="459854" y="472897"/>
                </a:lnTo>
                <a:lnTo>
                  <a:pt x="506069" y="453631"/>
                </a:lnTo>
                <a:lnTo>
                  <a:pt x="525094" y="407695"/>
                </a:lnTo>
                <a:lnTo>
                  <a:pt x="525132" y="396938"/>
                </a:lnTo>
                <a:lnTo>
                  <a:pt x="524383" y="387286"/>
                </a:lnTo>
                <a:lnTo>
                  <a:pt x="522947" y="380936"/>
                </a:lnTo>
                <a:lnTo>
                  <a:pt x="522287" y="378028"/>
                </a:lnTo>
                <a:lnTo>
                  <a:pt x="520814" y="374243"/>
                </a:lnTo>
                <a:lnTo>
                  <a:pt x="518820" y="369100"/>
                </a:lnTo>
                <a:lnTo>
                  <a:pt x="484619" y="336702"/>
                </a:lnTo>
                <a:lnTo>
                  <a:pt x="415594" y="308317"/>
                </a:lnTo>
                <a:lnTo>
                  <a:pt x="403199" y="302120"/>
                </a:lnTo>
                <a:lnTo>
                  <a:pt x="373392" y="273875"/>
                </a:lnTo>
                <a:lnTo>
                  <a:pt x="358508" y="235623"/>
                </a:lnTo>
                <a:lnTo>
                  <a:pt x="357492" y="221386"/>
                </a:lnTo>
                <a:lnTo>
                  <a:pt x="359219" y="203365"/>
                </a:lnTo>
                <a:lnTo>
                  <a:pt x="359346" y="202958"/>
                </a:lnTo>
                <a:lnTo>
                  <a:pt x="364477" y="185889"/>
                </a:lnTo>
                <a:lnTo>
                  <a:pt x="396227" y="145669"/>
                </a:lnTo>
                <a:lnTo>
                  <a:pt x="436930" y="128930"/>
                </a:lnTo>
                <a:lnTo>
                  <a:pt x="436905" y="87312"/>
                </a:lnTo>
                <a:lnTo>
                  <a:pt x="443230" y="80962"/>
                </a:lnTo>
                <a:lnTo>
                  <a:pt x="458914" y="80962"/>
                </a:lnTo>
                <a:lnTo>
                  <a:pt x="465302" y="87312"/>
                </a:lnTo>
                <a:lnTo>
                  <a:pt x="465391" y="128016"/>
                </a:lnTo>
                <a:lnTo>
                  <a:pt x="482092" y="130581"/>
                </a:lnTo>
                <a:lnTo>
                  <a:pt x="525576" y="155143"/>
                </a:lnTo>
                <a:lnTo>
                  <a:pt x="546163" y="185889"/>
                </a:lnTo>
                <a:lnTo>
                  <a:pt x="551383" y="202958"/>
                </a:lnTo>
                <a:lnTo>
                  <a:pt x="551421" y="203365"/>
                </a:lnTo>
                <a:lnTo>
                  <a:pt x="553224" y="221386"/>
                </a:lnTo>
                <a:lnTo>
                  <a:pt x="553275" y="246481"/>
                </a:lnTo>
                <a:lnTo>
                  <a:pt x="546925" y="252857"/>
                </a:lnTo>
                <a:lnTo>
                  <a:pt x="531164" y="252857"/>
                </a:lnTo>
                <a:lnTo>
                  <a:pt x="527316" y="249021"/>
                </a:lnTo>
                <a:lnTo>
                  <a:pt x="524814" y="246481"/>
                </a:lnTo>
                <a:lnTo>
                  <a:pt x="524751" y="221386"/>
                </a:lnTo>
                <a:lnTo>
                  <a:pt x="519557" y="196049"/>
                </a:lnTo>
                <a:lnTo>
                  <a:pt x="505472" y="175298"/>
                </a:lnTo>
                <a:lnTo>
                  <a:pt x="484632" y="161328"/>
                </a:lnTo>
                <a:lnTo>
                  <a:pt x="459181" y="156235"/>
                </a:lnTo>
                <a:lnTo>
                  <a:pt x="451307" y="156235"/>
                </a:lnTo>
                <a:lnTo>
                  <a:pt x="426402" y="161328"/>
                </a:lnTo>
                <a:lnTo>
                  <a:pt x="425970" y="161328"/>
                </a:lnTo>
                <a:lnTo>
                  <a:pt x="405015" y="175514"/>
                </a:lnTo>
                <a:lnTo>
                  <a:pt x="391020" y="196316"/>
                </a:lnTo>
                <a:lnTo>
                  <a:pt x="385991" y="221386"/>
                </a:lnTo>
                <a:lnTo>
                  <a:pt x="386003" y="222846"/>
                </a:lnTo>
                <a:lnTo>
                  <a:pt x="402983" y="265633"/>
                </a:lnTo>
                <a:lnTo>
                  <a:pt x="495452" y="310426"/>
                </a:lnTo>
                <a:lnTo>
                  <a:pt x="507860" y="316623"/>
                </a:lnTo>
                <a:lnTo>
                  <a:pt x="537667" y="344868"/>
                </a:lnTo>
                <a:lnTo>
                  <a:pt x="552526" y="382993"/>
                </a:lnTo>
                <a:lnTo>
                  <a:pt x="553605" y="396938"/>
                </a:lnTo>
                <a:lnTo>
                  <a:pt x="553605" y="15760"/>
                </a:lnTo>
                <a:lnTo>
                  <a:pt x="548170" y="13779"/>
                </a:lnTo>
                <a:lnTo>
                  <a:pt x="517715" y="6096"/>
                </a:lnTo>
                <a:lnTo>
                  <a:pt x="486575" y="1498"/>
                </a:lnTo>
                <a:lnTo>
                  <a:pt x="454863" y="0"/>
                </a:lnTo>
                <a:lnTo>
                  <a:pt x="423151" y="1638"/>
                </a:lnTo>
                <a:lnTo>
                  <a:pt x="361607" y="14185"/>
                </a:lnTo>
                <a:lnTo>
                  <a:pt x="304558" y="38303"/>
                </a:lnTo>
                <a:lnTo>
                  <a:pt x="254355" y="72250"/>
                </a:lnTo>
                <a:lnTo>
                  <a:pt x="211251" y="115481"/>
                </a:lnTo>
                <a:lnTo>
                  <a:pt x="177469" y="165760"/>
                </a:lnTo>
                <a:lnTo>
                  <a:pt x="153555" y="222846"/>
                </a:lnTo>
                <a:lnTo>
                  <a:pt x="141262" y="284353"/>
                </a:lnTo>
                <a:lnTo>
                  <a:pt x="139814" y="324510"/>
                </a:lnTo>
                <a:lnTo>
                  <a:pt x="140068" y="331190"/>
                </a:lnTo>
                <a:lnTo>
                  <a:pt x="140614" y="338683"/>
                </a:lnTo>
                <a:lnTo>
                  <a:pt x="143637" y="338683"/>
                </a:lnTo>
                <a:lnTo>
                  <a:pt x="175971" y="341515"/>
                </a:lnTo>
                <a:lnTo>
                  <a:pt x="213575" y="373253"/>
                </a:lnTo>
                <a:lnTo>
                  <a:pt x="215074" y="378993"/>
                </a:lnTo>
                <a:lnTo>
                  <a:pt x="225399" y="375158"/>
                </a:lnTo>
                <a:lnTo>
                  <a:pt x="230428" y="374243"/>
                </a:lnTo>
                <a:lnTo>
                  <a:pt x="235445" y="374243"/>
                </a:lnTo>
                <a:lnTo>
                  <a:pt x="243928" y="375158"/>
                </a:lnTo>
                <a:lnTo>
                  <a:pt x="244500" y="375158"/>
                </a:lnTo>
                <a:lnTo>
                  <a:pt x="287909" y="412877"/>
                </a:lnTo>
                <a:lnTo>
                  <a:pt x="297726" y="436727"/>
                </a:lnTo>
                <a:lnTo>
                  <a:pt x="297675" y="437476"/>
                </a:lnTo>
                <a:lnTo>
                  <a:pt x="296849" y="449605"/>
                </a:lnTo>
                <a:lnTo>
                  <a:pt x="292011" y="461873"/>
                </a:lnTo>
                <a:lnTo>
                  <a:pt x="289001" y="466991"/>
                </a:lnTo>
                <a:lnTo>
                  <a:pt x="294411" y="469455"/>
                </a:lnTo>
                <a:lnTo>
                  <a:pt x="305409" y="476732"/>
                </a:lnTo>
                <a:lnTo>
                  <a:pt x="313524" y="486791"/>
                </a:lnTo>
                <a:lnTo>
                  <a:pt x="318274" y="498792"/>
                </a:lnTo>
                <a:lnTo>
                  <a:pt x="318376" y="500303"/>
                </a:lnTo>
                <a:lnTo>
                  <a:pt x="318439" y="501091"/>
                </a:lnTo>
                <a:lnTo>
                  <a:pt x="316522" y="542378"/>
                </a:lnTo>
                <a:lnTo>
                  <a:pt x="284734" y="579920"/>
                </a:lnTo>
                <a:lnTo>
                  <a:pt x="283921" y="580136"/>
                </a:lnTo>
                <a:lnTo>
                  <a:pt x="295770" y="587438"/>
                </a:lnTo>
                <a:lnTo>
                  <a:pt x="333235" y="606171"/>
                </a:lnTo>
                <a:lnTo>
                  <a:pt x="393357" y="624598"/>
                </a:lnTo>
                <a:lnTo>
                  <a:pt x="456209" y="630694"/>
                </a:lnTo>
                <a:lnTo>
                  <a:pt x="487921" y="629069"/>
                </a:lnTo>
                <a:lnTo>
                  <a:pt x="549465" y="616521"/>
                </a:lnTo>
                <a:lnTo>
                  <a:pt x="606513" y="592404"/>
                </a:lnTo>
                <a:lnTo>
                  <a:pt x="656717" y="558444"/>
                </a:lnTo>
                <a:lnTo>
                  <a:pt x="666280" y="549719"/>
                </a:lnTo>
                <a:lnTo>
                  <a:pt x="679297" y="537857"/>
                </a:lnTo>
                <a:lnTo>
                  <a:pt x="717943" y="490880"/>
                </a:lnTo>
                <a:lnTo>
                  <a:pt x="746760" y="437476"/>
                </a:lnTo>
                <a:lnTo>
                  <a:pt x="757643" y="407339"/>
                </a:lnTo>
                <a:lnTo>
                  <a:pt x="765213" y="377444"/>
                </a:lnTo>
                <a:lnTo>
                  <a:pt x="769797" y="346519"/>
                </a:lnTo>
                <a:lnTo>
                  <a:pt x="769899" y="344690"/>
                </a:lnTo>
                <a:lnTo>
                  <a:pt x="771309" y="31468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1E1D48F-6475-04C7-94F6-9216CF79AB9F}"/>
              </a:ext>
            </a:extLst>
          </p:cNvPr>
          <p:cNvSpPr txBox="1"/>
          <p:nvPr/>
        </p:nvSpPr>
        <p:spPr>
          <a:xfrm>
            <a:off x="624761" y="3818339"/>
            <a:ext cx="34822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Scalable Integration:</a:t>
            </a:r>
            <a:r>
              <a:rPr lang="en-IN" sz="1600" dirty="0"/>
              <a:t> Deploys at a single lane and expands storewide with zero shelf modifications.</a:t>
            </a:r>
          </a:p>
        </p:txBody>
      </p:sp>
      <p:pic>
        <p:nvPicPr>
          <p:cNvPr id="80" name="object 75">
            <a:extLst>
              <a:ext uri="{FF2B5EF4-FFF2-40B4-BE49-F238E27FC236}">
                <a16:creationId xmlns:a16="http://schemas.microsoft.com/office/drawing/2014/main" id="{50F19FE3-836E-4129-6B4C-93A3545D0544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2400" y="3886200"/>
            <a:ext cx="533400" cy="601292"/>
          </a:xfrm>
          <a:prstGeom prst="rect">
            <a:avLst/>
          </a:prstGeom>
        </p:spPr>
      </p:pic>
      <p:sp>
        <p:nvSpPr>
          <p:cNvPr id="82" name="TextBox 81">
            <a:extLst>
              <a:ext uri="{FF2B5EF4-FFF2-40B4-BE49-F238E27FC236}">
                <a16:creationId xmlns:a16="http://schemas.microsoft.com/office/drawing/2014/main" id="{2BD92DB8-3C32-8683-F05E-35611671075B}"/>
              </a:ext>
            </a:extLst>
          </p:cNvPr>
          <p:cNvSpPr txBox="1"/>
          <p:nvPr/>
        </p:nvSpPr>
        <p:spPr>
          <a:xfrm>
            <a:off x="624761" y="4686207"/>
            <a:ext cx="367792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Minimal Maintenance:</a:t>
            </a:r>
            <a:r>
              <a:rPr lang="en-IN" sz="1600" dirty="0"/>
              <a:t> Low-power edge electronics need only basic periodic tare calibrations.</a:t>
            </a:r>
          </a:p>
        </p:txBody>
      </p:sp>
      <p:sp>
        <p:nvSpPr>
          <p:cNvPr id="84" name="object 78">
            <a:extLst>
              <a:ext uri="{FF2B5EF4-FFF2-40B4-BE49-F238E27FC236}">
                <a16:creationId xmlns:a16="http://schemas.microsoft.com/office/drawing/2014/main" id="{F4C12452-B2F7-0221-4268-DF7E7BB2B3BB}"/>
              </a:ext>
            </a:extLst>
          </p:cNvPr>
          <p:cNvSpPr/>
          <p:nvPr/>
        </p:nvSpPr>
        <p:spPr>
          <a:xfrm>
            <a:off x="112924" y="4752761"/>
            <a:ext cx="593367" cy="623757"/>
          </a:xfrm>
          <a:custGeom>
            <a:avLst/>
            <a:gdLst/>
            <a:ahLst/>
            <a:cxnLst/>
            <a:rect l="l" t="t" r="r" b="b"/>
            <a:pathLst>
              <a:path w="732155" h="732154">
                <a:moveTo>
                  <a:pt x="400062" y="422021"/>
                </a:moveTo>
                <a:lnTo>
                  <a:pt x="398602" y="405790"/>
                </a:lnTo>
                <a:lnTo>
                  <a:pt x="394385" y="390499"/>
                </a:lnTo>
                <a:lnTo>
                  <a:pt x="387680" y="376428"/>
                </a:lnTo>
                <a:lnTo>
                  <a:pt x="387553" y="376250"/>
                </a:lnTo>
                <a:lnTo>
                  <a:pt x="378739" y="363804"/>
                </a:lnTo>
                <a:lnTo>
                  <a:pt x="312064" y="430466"/>
                </a:lnTo>
                <a:lnTo>
                  <a:pt x="307187" y="430466"/>
                </a:lnTo>
                <a:lnTo>
                  <a:pt x="301193" y="424459"/>
                </a:lnTo>
                <a:lnTo>
                  <a:pt x="301193" y="419595"/>
                </a:lnTo>
                <a:lnTo>
                  <a:pt x="363296" y="357479"/>
                </a:lnTo>
                <a:lnTo>
                  <a:pt x="367830" y="352894"/>
                </a:lnTo>
                <a:lnTo>
                  <a:pt x="355244" y="343979"/>
                </a:lnTo>
                <a:lnTo>
                  <a:pt x="341160" y="337273"/>
                </a:lnTo>
                <a:lnTo>
                  <a:pt x="325513" y="332968"/>
                </a:lnTo>
                <a:lnTo>
                  <a:pt x="324777" y="332968"/>
                </a:lnTo>
                <a:lnTo>
                  <a:pt x="309626" y="331597"/>
                </a:lnTo>
                <a:lnTo>
                  <a:pt x="274459" y="338721"/>
                </a:lnTo>
                <a:lnTo>
                  <a:pt x="245719" y="358114"/>
                </a:lnTo>
                <a:lnTo>
                  <a:pt x="226314" y="386867"/>
                </a:lnTo>
                <a:lnTo>
                  <a:pt x="219202" y="422021"/>
                </a:lnTo>
                <a:lnTo>
                  <a:pt x="226314" y="457200"/>
                </a:lnTo>
                <a:lnTo>
                  <a:pt x="245719" y="485940"/>
                </a:lnTo>
                <a:lnTo>
                  <a:pt x="274383" y="505282"/>
                </a:lnTo>
                <a:lnTo>
                  <a:pt x="274180" y="505282"/>
                </a:lnTo>
                <a:lnTo>
                  <a:pt x="309626" y="512457"/>
                </a:lnTo>
                <a:lnTo>
                  <a:pt x="345084" y="505282"/>
                </a:lnTo>
                <a:lnTo>
                  <a:pt x="344881" y="505282"/>
                </a:lnTo>
                <a:lnTo>
                  <a:pt x="373545" y="485940"/>
                </a:lnTo>
                <a:lnTo>
                  <a:pt x="392938" y="457200"/>
                </a:lnTo>
                <a:lnTo>
                  <a:pt x="398348" y="430466"/>
                </a:lnTo>
                <a:lnTo>
                  <a:pt x="400062" y="422021"/>
                </a:lnTo>
                <a:close/>
              </a:path>
              <a:path w="732155" h="732154">
                <a:moveTo>
                  <a:pt x="478167" y="424459"/>
                </a:moveTo>
                <a:lnTo>
                  <a:pt x="473748" y="383374"/>
                </a:lnTo>
                <a:lnTo>
                  <a:pt x="459016" y="343814"/>
                </a:lnTo>
                <a:lnTo>
                  <a:pt x="434162" y="308381"/>
                </a:lnTo>
                <a:lnTo>
                  <a:pt x="389648" y="352894"/>
                </a:lnTo>
                <a:lnTo>
                  <a:pt x="400443" y="367817"/>
                </a:lnTo>
                <a:lnTo>
                  <a:pt x="408571" y="384517"/>
                </a:lnTo>
                <a:lnTo>
                  <a:pt x="413677" y="402691"/>
                </a:lnTo>
                <a:lnTo>
                  <a:pt x="415442" y="422021"/>
                </a:lnTo>
                <a:lnTo>
                  <a:pt x="407123" y="463181"/>
                </a:lnTo>
                <a:lnTo>
                  <a:pt x="384416" y="496824"/>
                </a:lnTo>
                <a:lnTo>
                  <a:pt x="350786" y="519518"/>
                </a:lnTo>
                <a:lnTo>
                  <a:pt x="309626" y="527850"/>
                </a:lnTo>
                <a:lnTo>
                  <a:pt x="268478" y="519518"/>
                </a:lnTo>
                <a:lnTo>
                  <a:pt x="234848" y="496824"/>
                </a:lnTo>
                <a:lnTo>
                  <a:pt x="212140" y="463181"/>
                </a:lnTo>
                <a:lnTo>
                  <a:pt x="203822" y="422021"/>
                </a:lnTo>
                <a:lnTo>
                  <a:pt x="212140" y="380885"/>
                </a:lnTo>
                <a:lnTo>
                  <a:pt x="234848" y="347243"/>
                </a:lnTo>
                <a:lnTo>
                  <a:pt x="268478" y="324535"/>
                </a:lnTo>
                <a:lnTo>
                  <a:pt x="309626" y="316217"/>
                </a:lnTo>
                <a:lnTo>
                  <a:pt x="328968" y="317982"/>
                </a:lnTo>
                <a:lnTo>
                  <a:pt x="347141" y="323088"/>
                </a:lnTo>
                <a:lnTo>
                  <a:pt x="363842" y="331216"/>
                </a:lnTo>
                <a:lnTo>
                  <a:pt x="378764" y="342023"/>
                </a:lnTo>
                <a:lnTo>
                  <a:pt x="404647" y="316141"/>
                </a:lnTo>
                <a:lnTo>
                  <a:pt x="423265" y="297484"/>
                </a:lnTo>
                <a:lnTo>
                  <a:pt x="387845" y="272643"/>
                </a:lnTo>
                <a:lnTo>
                  <a:pt x="348272" y="257911"/>
                </a:lnTo>
                <a:lnTo>
                  <a:pt x="306641" y="253441"/>
                </a:lnTo>
                <a:lnTo>
                  <a:pt x="265074" y="259346"/>
                </a:lnTo>
                <a:lnTo>
                  <a:pt x="225640" y="275767"/>
                </a:lnTo>
                <a:lnTo>
                  <a:pt x="190411" y="302818"/>
                </a:lnTo>
                <a:lnTo>
                  <a:pt x="163004" y="338721"/>
                </a:lnTo>
                <a:lnTo>
                  <a:pt x="146494" y="379272"/>
                </a:lnTo>
                <a:lnTo>
                  <a:pt x="146278" y="380885"/>
                </a:lnTo>
                <a:lnTo>
                  <a:pt x="140995" y="422021"/>
                </a:lnTo>
                <a:lnTo>
                  <a:pt x="146494" y="464794"/>
                </a:lnTo>
                <a:lnTo>
                  <a:pt x="162966" y="505282"/>
                </a:lnTo>
                <a:lnTo>
                  <a:pt x="190411" y="541248"/>
                </a:lnTo>
                <a:lnTo>
                  <a:pt x="226377" y="568693"/>
                </a:lnTo>
                <a:lnTo>
                  <a:pt x="266877" y="585177"/>
                </a:lnTo>
                <a:lnTo>
                  <a:pt x="309638" y="590664"/>
                </a:lnTo>
                <a:lnTo>
                  <a:pt x="352386" y="585177"/>
                </a:lnTo>
                <a:lnTo>
                  <a:pt x="392887" y="568693"/>
                </a:lnTo>
                <a:lnTo>
                  <a:pt x="428853" y="541248"/>
                </a:lnTo>
                <a:lnTo>
                  <a:pt x="439140" y="527850"/>
                </a:lnTo>
                <a:lnTo>
                  <a:pt x="455904" y="506018"/>
                </a:lnTo>
                <a:lnTo>
                  <a:pt x="472313" y="466572"/>
                </a:lnTo>
                <a:lnTo>
                  <a:pt x="478155" y="425437"/>
                </a:lnTo>
                <a:lnTo>
                  <a:pt x="478167" y="424459"/>
                </a:lnTo>
                <a:close/>
              </a:path>
              <a:path w="732155" h="732154">
                <a:moveTo>
                  <a:pt x="548767" y="425437"/>
                </a:moveTo>
                <a:lnTo>
                  <a:pt x="548690" y="424459"/>
                </a:lnTo>
                <a:lnTo>
                  <a:pt x="545185" y="380631"/>
                </a:lnTo>
                <a:lnTo>
                  <a:pt x="533196" y="337007"/>
                </a:lnTo>
                <a:lnTo>
                  <a:pt x="512813" y="295871"/>
                </a:lnTo>
                <a:lnTo>
                  <a:pt x="484060" y="258483"/>
                </a:lnTo>
                <a:lnTo>
                  <a:pt x="445046" y="297484"/>
                </a:lnTo>
                <a:lnTo>
                  <a:pt x="455701" y="312597"/>
                </a:lnTo>
                <a:lnTo>
                  <a:pt x="472605" y="336537"/>
                </a:lnTo>
                <a:lnTo>
                  <a:pt x="488784" y="379958"/>
                </a:lnTo>
                <a:lnTo>
                  <a:pt x="492467" y="414705"/>
                </a:lnTo>
                <a:lnTo>
                  <a:pt x="493610" y="425437"/>
                </a:lnTo>
                <a:lnTo>
                  <a:pt x="493369" y="427266"/>
                </a:lnTo>
                <a:lnTo>
                  <a:pt x="491566" y="439686"/>
                </a:lnTo>
                <a:lnTo>
                  <a:pt x="487057" y="470966"/>
                </a:lnTo>
                <a:lnTo>
                  <a:pt x="483831" y="478663"/>
                </a:lnTo>
                <a:lnTo>
                  <a:pt x="469087" y="513918"/>
                </a:lnTo>
                <a:lnTo>
                  <a:pt x="439724" y="552119"/>
                </a:lnTo>
                <a:lnTo>
                  <a:pt x="380072" y="592099"/>
                </a:lnTo>
                <a:lnTo>
                  <a:pt x="309753" y="606005"/>
                </a:lnTo>
                <a:lnTo>
                  <a:pt x="309626" y="606005"/>
                </a:lnTo>
                <a:lnTo>
                  <a:pt x="260692" y="599440"/>
                </a:lnTo>
                <a:lnTo>
                  <a:pt x="216738" y="580910"/>
                </a:lnTo>
                <a:lnTo>
                  <a:pt x="179514" y="552157"/>
                </a:lnTo>
                <a:lnTo>
                  <a:pt x="150749" y="514921"/>
                </a:lnTo>
                <a:lnTo>
                  <a:pt x="132219" y="470966"/>
                </a:lnTo>
                <a:lnTo>
                  <a:pt x="132105" y="470166"/>
                </a:lnTo>
                <a:lnTo>
                  <a:pt x="126923" y="431520"/>
                </a:lnTo>
                <a:lnTo>
                  <a:pt x="125653" y="422033"/>
                </a:lnTo>
                <a:lnTo>
                  <a:pt x="131559" y="378002"/>
                </a:lnTo>
                <a:lnTo>
                  <a:pt x="147688" y="336397"/>
                </a:lnTo>
                <a:lnTo>
                  <a:pt x="178574" y="293103"/>
                </a:lnTo>
                <a:lnTo>
                  <a:pt x="217284" y="262915"/>
                </a:lnTo>
                <a:lnTo>
                  <a:pt x="260692" y="244614"/>
                </a:lnTo>
                <a:lnTo>
                  <a:pt x="308140" y="238252"/>
                </a:lnTo>
                <a:lnTo>
                  <a:pt x="348526" y="242544"/>
                </a:lnTo>
                <a:lnTo>
                  <a:pt x="358368" y="245364"/>
                </a:lnTo>
                <a:lnTo>
                  <a:pt x="388759" y="256692"/>
                </a:lnTo>
                <a:lnTo>
                  <a:pt x="399211" y="261937"/>
                </a:lnTo>
                <a:lnTo>
                  <a:pt x="434174" y="286613"/>
                </a:lnTo>
                <a:lnTo>
                  <a:pt x="473176" y="247611"/>
                </a:lnTo>
                <a:lnTo>
                  <a:pt x="460870" y="238036"/>
                </a:lnTo>
                <a:lnTo>
                  <a:pt x="437476" y="219875"/>
                </a:lnTo>
                <a:lnTo>
                  <a:pt x="436422" y="219354"/>
                </a:lnTo>
                <a:lnTo>
                  <a:pt x="435787" y="218846"/>
                </a:lnTo>
                <a:lnTo>
                  <a:pt x="424281" y="213156"/>
                </a:lnTo>
                <a:lnTo>
                  <a:pt x="397713" y="199593"/>
                </a:lnTo>
                <a:lnTo>
                  <a:pt x="395833" y="199059"/>
                </a:lnTo>
                <a:lnTo>
                  <a:pt x="394652" y="198462"/>
                </a:lnTo>
                <a:lnTo>
                  <a:pt x="378587" y="194056"/>
                </a:lnTo>
                <a:lnTo>
                  <a:pt x="354787" y="187147"/>
                </a:lnTo>
                <a:lnTo>
                  <a:pt x="352793" y="186969"/>
                </a:lnTo>
                <a:lnTo>
                  <a:pt x="351028" y="186474"/>
                </a:lnTo>
                <a:lnTo>
                  <a:pt x="327660" y="184607"/>
                </a:lnTo>
                <a:lnTo>
                  <a:pt x="309638" y="182918"/>
                </a:lnTo>
                <a:lnTo>
                  <a:pt x="308254" y="183057"/>
                </a:lnTo>
                <a:lnTo>
                  <a:pt x="306222" y="182892"/>
                </a:lnTo>
                <a:lnTo>
                  <a:pt x="261493" y="187731"/>
                </a:lnTo>
                <a:lnTo>
                  <a:pt x="218109" y="201015"/>
                </a:lnTo>
                <a:lnTo>
                  <a:pt x="217309" y="201447"/>
                </a:lnTo>
                <a:lnTo>
                  <a:pt x="216509" y="201688"/>
                </a:lnTo>
                <a:lnTo>
                  <a:pt x="196443" y="212572"/>
                </a:lnTo>
                <a:lnTo>
                  <a:pt x="177380" y="222745"/>
                </a:lnTo>
                <a:lnTo>
                  <a:pt x="176758" y="223253"/>
                </a:lnTo>
                <a:lnTo>
                  <a:pt x="175895" y="223723"/>
                </a:lnTo>
                <a:lnTo>
                  <a:pt x="140512" y="252907"/>
                </a:lnTo>
                <a:lnTo>
                  <a:pt x="111328" y="288290"/>
                </a:lnTo>
                <a:lnTo>
                  <a:pt x="110998" y="288886"/>
                </a:lnTo>
                <a:lnTo>
                  <a:pt x="110553" y="289433"/>
                </a:lnTo>
                <a:lnTo>
                  <a:pt x="99809" y="309537"/>
                </a:lnTo>
                <a:lnTo>
                  <a:pt x="89293" y="328917"/>
                </a:lnTo>
                <a:lnTo>
                  <a:pt x="89077" y="329590"/>
                </a:lnTo>
                <a:lnTo>
                  <a:pt x="88607" y="330479"/>
                </a:lnTo>
                <a:lnTo>
                  <a:pt x="79794" y="359537"/>
                </a:lnTo>
                <a:lnTo>
                  <a:pt x="75374" y="373811"/>
                </a:lnTo>
                <a:lnTo>
                  <a:pt x="75323" y="374307"/>
                </a:lnTo>
                <a:lnTo>
                  <a:pt x="75107" y="375018"/>
                </a:lnTo>
                <a:lnTo>
                  <a:pt x="70561" y="421627"/>
                </a:lnTo>
                <a:lnTo>
                  <a:pt x="70523" y="422021"/>
                </a:lnTo>
                <a:lnTo>
                  <a:pt x="71501" y="431774"/>
                </a:lnTo>
                <a:lnTo>
                  <a:pt x="75361" y="470166"/>
                </a:lnTo>
                <a:lnTo>
                  <a:pt x="89293" y="515150"/>
                </a:lnTo>
                <a:lnTo>
                  <a:pt x="111328" y="555764"/>
                </a:lnTo>
                <a:lnTo>
                  <a:pt x="140512" y="591146"/>
                </a:lnTo>
                <a:lnTo>
                  <a:pt x="175895" y="620331"/>
                </a:lnTo>
                <a:lnTo>
                  <a:pt x="216509" y="642366"/>
                </a:lnTo>
                <a:lnTo>
                  <a:pt x="261416" y="656285"/>
                </a:lnTo>
                <a:lnTo>
                  <a:pt x="309638" y="661136"/>
                </a:lnTo>
                <a:lnTo>
                  <a:pt x="356641" y="656551"/>
                </a:lnTo>
                <a:lnTo>
                  <a:pt x="401193" y="643064"/>
                </a:lnTo>
                <a:lnTo>
                  <a:pt x="442226" y="621106"/>
                </a:lnTo>
                <a:lnTo>
                  <a:pt x="478713" y="591108"/>
                </a:lnTo>
                <a:lnTo>
                  <a:pt x="508914" y="554278"/>
                </a:lnTo>
                <a:lnTo>
                  <a:pt x="530644" y="513549"/>
                </a:lnTo>
                <a:lnTo>
                  <a:pt x="543928" y="470166"/>
                </a:lnTo>
                <a:lnTo>
                  <a:pt x="548767" y="425437"/>
                </a:lnTo>
                <a:close/>
              </a:path>
              <a:path w="732155" h="732154">
                <a:moveTo>
                  <a:pt x="619302" y="425437"/>
                </a:moveTo>
                <a:lnTo>
                  <a:pt x="619239" y="424459"/>
                </a:lnTo>
                <a:lnTo>
                  <a:pt x="617296" y="394309"/>
                </a:lnTo>
                <a:lnTo>
                  <a:pt x="616343" y="379031"/>
                </a:lnTo>
                <a:lnTo>
                  <a:pt x="616318" y="378879"/>
                </a:lnTo>
                <a:lnTo>
                  <a:pt x="613524" y="366153"/>
                </a:lnTo>
                <a:lnTo>
                  <a:pt x="606336" y="333108"/>
                </a:lnTo>
                <a:lnTo>
                  <a:pt x="606285" y="332968"/>
                </a:lnTo>
                <a:lnTo>
                  <a:pt x="604418" y="328142"/>
                </a:lnTo>
                <a:lnTo>
                  <a:pt x="589280" y="288810"/>
                </a:lnTo>
                <a:lnTo>
                  <a:pt x="565150" y="247027"/>
                </a:lnTo>
                <a:lnTo>
                  <a:pt x="533946" y="208597"/>
                </a:lnTo>
                <a:lnTo>
                  <a:pt x="494944" y="247599"/>
                </a:lnTo>
                <a:lnTo>
                  <a:pt x="522719" y="282790"/>
                </a:lnTo>
                <a:lnTo>
                  <a:pt x="543420" y="321259"/>
                </a:lnTo>
                <a:lnTo>
                  <a:pt x="557034" y="362051"/>
                </a:lnTo>
                <a:lnTo>
                  <a:pt x="563092" y="401256"/>
                </a:lnTo>
                <a:lnTo>
                  <a:pt x="563549" y="404228"/>
                </a:lnTo>
                <a:lnTo>
                  <a:pt x="563295" y="423176"/>
                </a:lnTo>
                <a:lnTo>
                  <a:pt x="562978" y="446862"/>
                </a:lnTo>
                <a:lnTo>
                  <a:pt x="561149" y="456819"/>
                </a:lnTo>
                <a:lnTo>
                  <a:pt x="555282" y="488873"/>
                </a:lnTo>
                <a:lnTo>
                  <a:pt x="547535" y="510095"/>
                </a:lnTo>
                <a:lnTo>
                  <a:pt x="540512" y="529323"/>
                </a:lnTo>
                <a:lnTo>
                  <a:pt x="529361" y="548703"/>
                </a:lnTo>
                <a:lnTo>
                  <a:pt x="489585" y="601980"/>
                </a:lnTo>
                <a:lnTo>
                  <a:pt x="452374" y="632574"/>
                </a:lnTo>
                <a:lnTo>
                  <a:pt x="411035" y="655154"/>
                </a:lnTo>
                <a:lnTo>
                  <a:pt x="366102" y="669696"/>
                </a:lnTo>
                <a:lnTo>
                  <a:pt x="318452" y="675665"/>
                </a:lnTo>
                <a:lnTo>
                  <a:pt x="300786" y="675665"/>
                </a:lnTo>
                <a:lnTo>
                  <a:pt x="253098" y="669683"/>
                </a:lnTo>
                <a:lnTo>
                  <a:pt x="208241" y="655180"/>
                </a:lnTo>
                <a:lnTo>
                  <a:pt x="166878" y="632574"/>
                </a:lnTo>
                <a:lnTo>
                  <a:pt x="130403" y="602602"/>
                </a:lnTo>
                <a:lnTo>
                  <a:pt x="129679" y="601980"/>
                </a:lnTo>
                <a:lnTo>
                  <a:pt x="99085" y="564781"/>
                </a:lnTo>
                <a:lnTo>
                  <a:pt x="76492" y="523443"/>
                </a:lnTo>
                <a:lnTo>
                  <a:pt x="61988" y="478586"/>
                </a:lnTo>
                <a:lnTo>
                  <a:pt x="55994" y="430872"/>
                </a:lnTo>
                <a:lnTo>
                  <a:pt x="55994" y="412407"/>
                </a:lnTo>
                <a:lnTo>
                  <a:pt x="61633" y="367474"/>
                </a:lnTo>
                <a:lnTo>
                  <a:pt x="74993" y="324840"/>
                </a:lnTo>
                <a:lnTo>
                  <a:pt x="95631" y="285343"/>
                </a:lnTo>
                <a:lnTo>
                  <a:pt x="123444" y="249529"/>
                </a:lnTo>
                <a:lnTo>
                  <a:pt x="155816" y="220141"/>
                </a:lnTo>
                <a:lnTo>
                  <a:pt x="192049" y="197065"/>
                </a:lnTo>
                <a:lnTo>
                  <a:pt x="231470" y="180505"/>
                </a:lnTo>
                <a:lnTo>
                  <a:pt x="273329" y="170789"/>
                </a:lnTo>
                <a:lnTo>
                  <a:pt x="317157" y="168236"/>
                </a:lnTo>
                <a:lnTo>
                  <a:pt x="345617" y="170916"/>
                </a:lnTo>
                <a:lnTo>
                  <a:pt x="389597" y="181305"/>
                </a:lnTo>
                <a:lnTo>
                  <a:pt x="433146" y="200494"/>
                </a:lnTo>
                <a:lnTo>
                  <a:pt x="484060" y="236715"/>
                </a:lnTo>
                <a:lnTo>
                  <a:pt x="523062" y="197713"/>
                </a:lnTo>
                <a:lnTo>
                  <a:pt x="486854" y="168097"/>
                </a:lnTo>
                <a:lnTo>
                  <a:pt x="486359" y="167690"/>
                </a:lnTo>
                <a:lnTo>
                  <a:pt x="485355" y="167106"/>
                </a:lnTo>
                <a:lnTo>
                  <a:pt x="484695" y="166560"/>
                </a:lnTo>
                <a:lnTo>
                  <a:pt x="472833" y="159715"/>
                </a:lnTo>
                <a:lnTo>
                  <a:pt x="446036" y="143891"/>
                </a:lnTo>
                <a:lnTo>
                  <a:pt x="444144" y="143141"/>
                </a:lnTo>
                <a:lnTo>
                  <a:pt x="442950" y="142443"/>
                </a:lnTo>
                <a:lnTo>
                  <a:pt x="428078" y="136715"/>
                </a:lnTo>
                <a:lnTo>
                  <a:pt x="402729" y="126568"/>
                </a:lnTo>
                <a:lnTo>
                  <a:pt x="400367" y="126022"/>
                </a:lnTo>
                <a:lnTo>
                  <a:pt x="398691" y="125374"/>
                </a:lnTo>
                <a:lnTo>
                  <a:pt x="378866" y="121056"/>
                </a:lnTo>
                <a:lnTo>
                  <a:pt x="357047" y="115989"/>
                </a:lnTo>
                <a:lnTo>
                  <a:pt x="355053" y="115849"/>
                </a:lnTo>
                <a:lnTo>
                  <a:pt x="352780" y="115341"/>
                </a:lnTo>
                <a:lnTo>
                  <a:pt x="324751" y="113550"/>
                </a:lnTo>
                <a:lnTo>
                  <a:pt x="309626" y="112407"/>
                </a:lnTo>
                <a:lnTo>
                  <a:pt x="308343" y="112509"/>
                </a:lnTo>
                <a:lnTo>
                  <a:pt x="306082" y="112356"/>
                </a:lnTo>
                <a:lnTo>
                  <a:pt x="283286" y="114338"/>
                </a:lnTo>
                <a:lnTo>
                  <a:pt x="263842" y="115760"/>
                </a:lnTo>
                <a:lnTo>
                  <a:pt x="261886" y="116205"/>
                </a:lnTo>
                <a:lnTo>
                  <a:pt x="259435" y="116408"/>
                </a:lnTo>
                <a:lnTo>
                  <a:pt x="242531" y="120523"/>
                </a:lnTo>
                <a:lnTo>
                  <a:pt x="220154" y="125501"/>
                </a:lnTo>
                <a:lnTo>
                  <a:pt x="216941" y="126733"/>
                </a:lnTo>
                <a:lnTo>
                  <a:pt x="213715" y="127508"/>
                </a:lnTo>
                <a:lnTo>
                  <a:pt x="199936" y="133197"/>
                </a:lnTo>
                <a:lnTo>
                  <a:pt x="179031" y="141160"/>
                </a:lnTo>
                <a:lnTo>
                  <a:pt x="174231" y="143827"/>
                </a:lnTo>
                <a:lnTo>
                  <a:pt x="169786" y="145656"/>
                </a:lnTo>
                <a:lnTo>
                  <a:pt x="158534" y="152527"/>
                </a:lnTo>
                <a:lnTo>
                  <a:pt x="140970" y="162255"/>
                </a:lnTo>
                <a:lnTo>
                  <a:pt x="134162" y="167386"/>
                </a:lnTo>
                <a:lnTo>
                  <a:pt x="128485" y="170853"/>
                </a:lnTo>
                <a:lnTo>
                  <a:pt x="120142" y="177965"/>
                </a:lnTo>
                <a:lnTo>
                  <a:pt x="106527" y="188239"/>
                </a:lnTo>
                <a:lnTo>
                  <a:pt x="97358" y="197396"/>
                </a:lnTo>
                <a:lnTo>
                  <a:pt x="90690" y="203085"/>
                </a:lnTo>
                <a:lnTo>
                  <a:pt x="84543" y="210210"/>
                </a:lnTo>
                <a:lnTo>
                  <a:pt x="75895" y="218846"/>
                </a:lnTo>
                <a:lnTo>
                  <a:pt x="67652" y="229768"/>
                </a:lnTo>
                <a:lnTo>
                  <a:pt x="60693" y="237832"/>
                </a:lnTo>
                <a:lnTo>
                  <a:pt x="55994" y="245237"/>
                </a:lnTo>
                <a:lnTo>
                  <a:pt x="49847" y="253377"/>
                </a:lnTo>
                <a:lnTo>
                  <a:pt x="43230" y="265328"/>
                </a:lnTo>
                <a:lnTo>
                  <a:pt x="36690" y="275615"/>
                </a:lnTo>
                <a:lnTo>
                  <a:pt x="33121" y="283552"/>
                </a:lnTo>
                <a:lnTo>
                  <a:pt x="28752" y="291452"/>
                </a:lnTo>
                <a:lnTo>
                  <a:pt x="24079" y="303707"/>
                </a:lnTo>
                <a:lnTo>
                  <a:pt x="18681" y="315760"/>
                </a:lnTo>
                <a:lnTo>
                  <a:pt x="16167" y="324510"/>
                </a:lnTo>
                <a:lnTo>
                  <a:pt x="13106" y="332562"/>
                </a:lnTo>
                <a:lnTo>
                  <a:pt x="13004" y="332968"/>
                </a:lnTo>
                <a:lnTo>
                  <a:pt x="10414" y="344563"/>
                </a:lnTo>
                <a:lnTo>
                  <a:pt x="6680" y="357593"/>
                </a:lnTo>
                <a:lnTo>
                  <a:pt x="5270" y="367626"/>
                </a:lnTo>
                <a:lnTo>
                  <a:pt x="3352" y="376250"/>
                </a:lnTo>
                <a:lnTo>
                  <a:pt x="3340" y="376428"/>
                </a:lnTo>
                <a:lnTo>
                  <a:pt x="2565" y="387007"/>
                </a:lnTo>
                <a:lnTo>
                  <a:pt x="685" y="400431"/>
                </a:lnTo>
                <a:lnTo>
                  <a:pt x="685" y="412661"/>
                </a:lnTo>
                <a:lnTo>
                  <a:pt x="0" y="422021"/>
                </a:lnTo>
                <a:lnTo>
                  <a:pt x="685" y="431393"/>
                </a:lnTo>
                <a:lnTo>
                  <a:pt x="685" y="443611"/>
                </a:lnTo>
                <a:lnTo>
                  <a:pt x="2552" y="457034"/>
                </a:lnTo>
                <a:lnTo>
                  <a:pt x="3352" y="467817"/>
                </a:lnTo>
                <a:lnTo>
                  <a:pt x="5270" y="476453"/>
                </a:lnTo>
                <a:lnTo>
                  <a:pt x="6680" y="486460"/>
                </a:lnTo>
                <a:lnTo>
                  <a:pt x="10439" y="499592"/>
                </a:lnTo>
                <a:lnTo>
                  <a:pt x="13106" y="511505"/>
                </a:lnTo>
                <a:lnTo>
                  <a:pt x="16179" y="519595"/>
                </a:lnTo>
                <a:lnTo>
                  <a:pt x="18681" y="528294"/>
                </a:lnTo>
                <a:lnTo>
                  <a:pt x="24091" y="540359"/>
                </a:lnTo>
                <a:lnTo>
                  <a:pt x="28765" y="552627"/>
                </a:lnTo>
                <a:lnTo>
                  <a:pt x="33121" y="560501"/>
                </a:lnTo>
                <a:lnTo>
                  <a:pt x="36690" y="568439"/>
                </a:lnTo>
                <a:lnTo>
                  <a:pt x="43256" y="578802"/>
                </a:lnTo>
                <a:lnTo>
                  <a:pt x="49847" y="590664"/>
                </a:lnTo>
                <a:lnTo>
                  <a:pt x="55943" y="598766"/>
                </a:lnTo>
                <a:lnTo>
                  <a:pt x="60693" y="606221"/>
                </a:lnTo>
                <a:lnTo>
                  <a:pt x="67703" y="614349"/>
                </a:lnTo>
                <a:lnTo>
                  <a:pt x="75907" y="625221"/>
                </a:lnTo>
                <a:lnTo>
                  <a:pt x="84607" y="633945"/>
                </a:lnTo>
                <a:lnTo>
                  <a:pt x="90690" y="640969"/>
                </a:lnTo>
                <a:lnTo>
                  <a:pt x="97675" y="647014"/>
                </a:lnTo>
                <a:lnTo>
                  <a:pt x="106438" y="655764"/>
                </a:lnTo>
                <a:lnTo>
                  <a:pt x="117411" y="664057"/>
                </a:lnTo>
                <a:lnTo>
                  <a:pt x="125437" y="670966"/>
                </a:lnTo>
                <a:lnTo>
                  <a:pt x="132803" y="675652"/>
                </a:lnTo>
                <a:lnTo>
                  <a:pt x="140982" y="681812"/>
                </a:lnTo>
                <a:lnTo>
                  <a:pt x="152946" y="688454"/>
                </a:lnTo>
                <a:lnTo>
                  <a:pt x="163220" y="694969"/>
                </a:lnTo>
                <a:lnTo>
                  <a:pt x="171069" y="698500"/>
                </a:lnTo>
                <a:lnTo>
                  <a:pt x="179044" y="702906"/>
                </a:lnTo>
                <a:lnTo>
                  <a:pt x="191490" y="707644"/>
                </a:lnTo>
                <a:lnTo>
                  <a:pt x="203365" y="712965"/>
                </a:lnTo>
                <a:lnTo>
                  <a:pt x="211963" y="715441"/>
                </a:lnTo>
                <a:lnTo>
                  <a:pt x="220167" y="718553"/>
                </a:lnTo>
                <a:lnTo>
                  <a:pt x="232181" y="721245"/>
                </a:lnTo>
                <a:lnTo>
                  <a:pt x="245186" y="724966"/>
                </a:lnTo>
                <a:lnTo>
                  <a:pt x="255143" y="726376"/>
                </a:lnTo>
                <a:lnTo>
                  <a:pt x="263855" y="728306"/>
                </a:lnTo>
                <a:lnTo>
                  <a:pt x="274650" y="729107"/>
                </a:lnTo>
                <a:lnTo>
                  <a:pt x="288036" y="730973"/>
                </a:lnTo>
                <a:lnTo>
                  <a:pt x="300253" y="730973"/>
                </a:lnTo>
                <a:lnTo>
                  <a:pt x="309626" y="731659"/>
                </a:lnTo>
                <a:lnTo>
                  <a:pt x="318401" y="730973"/>
                </a:lnTo>
                <a:lnTo>
                  <a:pt x="331216" y="730973"/>
                </a:lnTo>
                <a:lnTo>
                  <a:pt x="347421" y="728713"/>
                </a:lnTo>
                <a:lnTo>
                  <a:pt x="358546" y="727837"/>
                </a:lnTo>
                <a:lnTo>
                  <a:pt x="365429" y="726198"/>
                </a:lnTo>
                <a:lnTo>
                  <a:pt x="374065" y="724979"/>
                </a:lnTo>
                <a:lnTo>
                  <a:pt x="392137" y="719797"/>
                </a:lnTo>
                <a:lnTo>
                  <a:pt x="405587" y="716572"/>
                </a:lnTo>
                <a:lnTo>
                  <a:pt x="410603" y="714502"/>
                </a:lnTo>
                <a:lnTo>
                  <a:pt x="415886" y="712978"/>
                </a:lnTo>
                <a:lnTo>
                  <a:pt x="435368" y="704240"/>
                </a:lnTo>
                <a:lnTo>
                  <a:pt x="450062" y="698157"/>
                </a:lnTo>
                <a:lnTo>
                  <a:pt x="453110" y="696290"/>
                </a:lnTo>
                <a:lnTo>
                  <a:pt x="456044" y="694969"/>
                </a:lnTo>
                <a:lnTo>
                  <a:pt x="478409" y="680758"/>
                </a:lnTo>
                <a:lnTo>
                  <a:pt x="485305" y="676529"/>
                </a:lnTo>
                <a:lnTo>
                  <a:pt x="491286" y="672858"/>
                </a:lnTo>
                <a:lnTo>
                  <a:pt x="492544" y="671779"/>
                </a:lnTo>
                <a:lnTo>
                  <a:pt x="493826" y="670966"/>
                </a:lnTo>
                <a:lnTo>
                  <a:pt x="528574" y="640969"/>
                </a:lnTo>
                <a:lnTo>
                  <a:pt x="560755" y="603237"/>
                </a:lnTo>
                <a:lnTo>
                  <a:pt x="585927" y="561987"/>
                </a:lnTo>
                <a:lnTo>
                  <a:pt x="604151" y="517944"/>
                </a:lnTo>
                <a:lnTo>
                  <a:pt x="615200" y="472389"/>
                </a:lnTo>
                <a:lnTo>
                  <a:pt x="615251" y="472224"/>
                </a:lnTo>
                <a:lnTo>
                  <a:pt x="615353" y="470966"/>
                </a:lnTo>
                <a:lnTo>
                  <a:pt x="615429" y="470166"/>
                </a:lnTo>
                <a:lnTo>
                  <a:pt x="618921" y="429933"/>
                </a:lnTo>
                <a:lnTo>
                  <a:pt x="619137" y="427469"/>
                </a:lnTo>
                <a:lnTo>
                  <a:pt x="619290" y="425754"/>
                </a:lnTo>
                <a:lnTo>
                  <a:pt x="619302" y="425437"/>
                </a:lnTo>
                <a:close/>
              </a:path>
              <a:path w="732155" h="732154">
                <a:moveTo>
                  <a:pt x="634504" y="86283"/>
                </a:moveTo>
                <a:lnTo>
                  <a:pt x="609130" y="0"/>
                </a:lnTo>
                <a:lnTo>
                  <a:pt x="548741" y="60375"/>
                </a:lnTo>
                <a:lnTo>
                  <a:pt x="574116" y="146659"/>
                </a:lnTo>
                <a:lnTo>
                  <a:pt x="634504" y="86283"/>
                </a:lnTo>
                <a:close/>
              </a:path>
              <a:path w="732155" h="732154">
                <a:moveTo>
                  <a:pt x="731659" y="122529"/>
                </a:moveTo>
                <a:lnTo>
                  <a:pt x="645375" y="97155"/>
                </a:lnTo>
                <a:lnTo>
                  <a:pt x="585000" y="157543"/>
                </a:lnTo>
                <a:lnTo>
                  <a:pt x="671283" y="182918"/>
                </a:lnTo>
                <a:lnTo>
                  <a:pt x="731659" y="12252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6" name="object 82">
            <a:extLst>
              <a:ext uri="{FF2B5EF4-FFF2-40B4-BE49-F238E27FC236}">
                <a16:creationId xmlns:a16="http://schemas.microsoft.com/office/drawing/2014/main" id="{0D72966B-DB7C-4FF2-FBB8-76795D1188DF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153852" y="2209800"/>
            <a:ext cx="646748" cy="623757"/>
          </a:xfrm>
          <a:prstGeom prst="rect">
            <a:avLst/>
          </a:prstGeom>
        </p:spPr>
      </p:pic>
      <p:sp>
        <p:nvSpPr>
          <p:cNvPr id="90" name="TextBox 89">
            <a:extLst>
              <a:ext uri="{FF2B5EF4-FFF2-40B4-BE49-F238E27FC236}">
                <a16:creationId xmlns:a16="http://schemas.microsoft.com/office/drawing/2014/main" id="{EF2E4153-8EAA-2237-054F-69CDDD22BB2E}"/>
              </a:ext>
            </a:extLst>
          </p:cNvPr>
          <p:cNvSpPr txBox="1"/>
          <p:nvPr/>
        </p:nvSpPr>
        <p:spPr>
          <a:xfrm>
            <a:off x="4724400" y="2016204"/>
            <a:ext cx="3179197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Proven Retail Concept:</a:t>
            </a:r>
            <a:r>
              <a:rPr lang="en-IN" sz="1600" dirty="0"/>
              <a:t> Delivers modern scan-and-go checkout without expensive ceiling sensor grids</a:t>
            </a:r>
            <a:r>
              <a:rPr lang="en-IN" dirty="0"/>
              <a:t>.</a:t>
            </a:r>
          </a:p>
        </p:txBody>
      </p:sp>
      <p:sp>
        <p:nvSpPr>
          <p:cNvPr id="92" name="object 83">
            <a:extLst>
              <a:ext uri="{FF2B5EF4-FFF2-40B4-BE49-F238E27FC236}">
                <a16:creationId xmlns:a16="http://schemas.microsoft.com/office/drawing/2014/main" id="{98B69EE4-0158-9987-4BB6-630EE225C073}"/>
              </a:ext>
            </a:extLst>
          </p:cNvPr>
          <p:cNvSpPr/>
          <p:nvPr/>
        </p:nvSpPr>
        <p:spPr>
          <a:xfrm>
            <a:off x="4091199" y="3408680"/>
            <a:ext cx="686724" cy="436245"/>
          </a:xfrm>
          <a:custGeom>
            <a:avLst/>
            <a:gdLst/>
            <a:ahLst/>
            <a:cxnLst/>
            <a:rect l="l" t="t" r="r" b="b"/>
            <a:pathLst>
              <a:path w="734695" h="436245">
                <a:moveTo>
                  <a:pt x="365467" y="417791"/>
                </a:moveTo>
                <a:lnTo>
                  <a:pt x="363601" y="407492"/>
                </a:lnTo>
                <a:lnTo>
                  <a:pt x="360603" y="402971"/>
                </a:lnTo>
                <a:lnTo>
                  <a:pt x="325869" y="379920"/>
                </a:lnTo>
                <a:lnTo>
                  <a:pt x="325374" y="387324"/>
                </a:lnTo>
                <a:lnTo>
                  <a:pt x="323735" y="394614"/>
                </a:lnTo>
                <a:lnTo>
                  <a:pt x="320929" y="401612"/>
                </a:lnTo>
                <a:lnTo>
                  <a:pt x="316928" y="408165"/>
                </a:lnTo>
                <a:lnTo>
                  <a:pt x="309956" y="417703"/>
                </a:lnTo>
                <a:lnTo>
                  <a:pt x="334759" y="434174"/>
                </a:lnTo>
                <a:lnTo>
                  <a:pt x="341947" y="435864"/>
                </a:lnTo>
                <a:lnTo>
                  <a:pt x="349237" y="435178"/>
                </a:lnTo>
                <a:lnTo>
                  <a:pt x="355917" y="432231"/>
                </a:lnTo>
                <a:lnTo>
                  <a:pt x="361226" y="427164"/>
                </a:lnTo>
                <a:lnTo>
                  <a:pt x="364286" y="422910"/>
                </a:lnTo>
                <a:lnTo>
                  <a:pt x="365467" y="417791"/>
                </a:lnTo>
                <a:close/>
              </a:path>
              <a:path w="734695" h="436245">
                <a:moveTo>
                  <a:pt x="551713" y="290296"/>
                </a:moveTo>
                <a:lnTo>
                  <a:pt x="541350" y="272249"/>
                </a:lnTo>
                <a:lnTo>
                  <a:pt x="361111" y="142328"/>
                </a:lnTo>
                <a:lnTo>
                  <a:pt x="360070" y="142036"/>
                </a:lnTo>
                <a:lnTo>
                  <a:pt x="327812" y="144805"/>
                </a:lnTo>
                <a:lnTo>
                  <a:pt x="327037" y="145275"/>
                </a:lnTo>
                <a:lnTo>
                  <a:pt x="320230" y="156629"/>
                </a:lnTo>
                <a:lnTo>
                  <a:pt x="314566" y="165785"/>
                </a:lnTo>
                <a:lnTo>
                  <a:pt x="278498" y="207860"/>
                </a:lnTo>
                <a:lnTo>
                  <a:pt x="238899" y="216954"/>
                </a:lnTo>
                <a:lnTo>
                  <a:pt x="223862" y="213779"/>
                </a:lnTo>
                <a:lnTo>
                  <a:pt x="216369" y="211353"/>
                </a:lnTo>
                <a:lnTo>
                  <a:pt x="210286" y="206032"/>
                </a:lnTo>
                <a:lnTo>
                  <a:pt x="206730" y="198793"/>
                </a:lnTo>
                <a:lnTo>
                  <a:pt x="203085" y="191439"/>
                </a:lnTo>
                <a:lnTo>
                  <a:pt x="202552" y="182753"/>
                </a:lnTo>
                <a:lnTo>
                  <a:pt x="233857" y="92214"/>
                </a:lnTo>
                <a:lnTo>
                  <a:pt x="234226" y="91249"/>
                </a:lnTo>
                <a:lnTo>
                  <a:pt x="234391" y="90906"/>
                </a:lnTo>
                <a:lnTo>
                  <a:pt x="264401" y="53886"/>
                </a:lnTo>
                <a:lnTo>
                  <a:pt x="307454" y="23571"/>
                </a:lnTo>
                <a:lnTo>
                  <a:pt x="309956" y="22098"/>
                </a:lnTo>
                <a:lnTo>
                  <a:pt x="308800" y="18288"/>
                </a:lnTo>
                <a:lnTo>
                  <a:pt x="257848" y="31496"/>
                </a:lnTo>
                <a:lnTo>
                  <a:pt x="235483" y="40906"/>
                </a:lnTo>
                <a:lnTo>
                  <a:pt x="210096" y="49872"/>
                </a:lnTo>
                <a:lnTo>
                  <a:pt x="182867" y="56045"/>
                </a:lnTo>
                <a:lnTo>
                  <a:pt x="154673" y="59613"/>
                </a:lnTo>
                <a:lnTo>
                  <a:pt x="126415" y="60756"/>
                </a:lnTo>
                <a:lnTo>
                  <a:pt x="107124" y="60223"/>
                </a:lnTo>
                <a:lnTo>
                  <a:pt x="88544" y="58674"/>
                </a:lnTo>
                <a:lnTo>
                  <a:pt x="70954" y="56146"/>
                </a:lnTo>
                <a:lnTo>
                  <a:pt x="54635" y="52730"/>
                </a:lnTo>
                <a:lnTo>
                  <a:pt x="53505" y="52451"/>
                </a:lnTo>
                <a:lnTo>
                  <a:pt x="52324" y="52628"/>
                </a:lnTo>
                <a:lnTo>
                  <a:pt x="50330" y="53848"/>
                </a:lnTo>
                <a:lnTo>
                  <a:pt x="49618" y="54825"/>
                </a:lnTo>
                <a:lnTo>
                  <a:pt x="0" y="260223"/>
                </a:lnTo>
                <a:lnTo>
                  <a:pt x="1054" y="262382"/>
                </a:lnTo>
                <a:lnTo>
                  <a:pt x="2997" y="263232"/>
                </a:lnTo>
                <a:lnTo>
                  <a:pt x="11760" y="267677"/>
                </a:lnTo>
                <a:lnTo>
                  <a:pt x="20002" y="272834"/>
                </a:lnTo>
                <a:lnTo>
                  <a:pt x="27876" y="278434"/>
                </a:lnTo>
                <a:lnTo>
                  <a:pt x="35509" y="284251"/>
                </a:lnTo>
                <a:lnTo>
                  <a:pt x="39344" y="283705"/>
                </a:lnTo>
                <a:lnTo>
                  <a:pt x="68757" y="249694"/>
                </a:lnTo>
                <a:lnTo>
                  <a:pt x="95046" y="243560"/>
                </a:lnTo>
                <a:lnTo>
                  <a:pt x="103835" y="245186"/>
                </a:lnTo>
                <a:lnTo>
                  <a:pt x="132600" y="270344"/>
                </a:lnTo>
                <a:lnTo>
                  <a:pt x="135077" y="270586"/>
                </a:lnTo>
                <a:lnTo>
                  <a:pt x="171932" y="243967"/>
                </a:lnTo>
                <a:lnTo>
                  <a:pt x="181013" y="243751"/>
                </a:lnTo>
                <a:lnTo>
                  <a:pt x="189801" y="245364"/>
                </a:lnTo>
                <a:lnTo>
                  <a:pt x="221653" y="279539"/>
                </a:lnTo>
                <a:lnTo>
                  <a:pt x="223050" y="289572"/>
                </a:lnTo>
                <a:lnTo>
                  <a:pt x="223481" y="289496"/>
                </a:lnTo>
                <a:lnTo>
                  <a:pt x="223888" y="289394"/>
                </a:lnTo>
                <a:lnTo>
                  <a:pt x="224307" y="289331"/>
                </a:lnTo>
                <a:lnTo>
                  <a:pt x="233387" y="289128"/>
                </a:lnTo>
                <a:lnTo>
                  <a:pt x="242176" y="290741"/>
                </a:lnTo>
                <a:lnTo>
                  <a:pt x="273672" y="323697"/>
                </a:lnTo>
                <a:lnTo>
                  <a:pt x="275310" y="333260"/>
                </a:lnTo>
                <a:lnTo>
                  <a:pt x="275996" y="333146"/>
                </a:lnTo>
                <a:lnTo>
                  <a:pt x="276682" y="332968"/>
                </a:lnTo>
                <a:lnTo>
                  <a:pt x="277406" y="332879"/>
                </a:lnTo>
                <a:lnTo>
                  <a:pt x="286448" y="332727"/>
                </a:lnTo>
                <a:lnTo>
                  <a:pt x="295198" y="334391"/>
                </a:lnTo>
                <a:lnTo>
                  <a:pt x="303491" y="337781"/>
                </a:lnTo>
                <a:lnTo>
                  <a:pt x="311188" y="342785"/>
                </a:lnTo>
                <a:lnTo>
                  <a:pt x="311391" y="342938"/>
                </a:lnTo>
                <a:lnTo>
                  <a:pt x="311556" y="343141"/>
                </a:lnTo>
                <a:lnTo>
                  <a:pt x="311759" y="343293"/>
                </a:lnTo>
                <a:lnTo>
                  <a:pt x="403606" y="401840"/>
                </a:lnTo>
                <a:lnTo>
                  <a:pt x="420065" y="405384"/>
                </a:lnTo>
                <a:lnTo>
                  <a:pt x="432587" y="397954"/>
                </a:lnTo>
                <a:lnTo>
                  <a:pt x="437121" y="385102"/>
                </a:lnTo>
                <a:lnTo>
                  <a:pt x="429564" y="372414"/>
                </a:lnTo>
                <a:lnTo>
                  <a:pt x="331393" y="302691"/>
                </a:lnTo>
                <a:lnTo>
                  <a:pt x="330098" y="295109"/>
                </a:lnTo>
                <a:lnTo>
                  <a:pt x="337731" y="284200"/>
                </a:lnTo>
                <a:lnTo>
                  <a:pt x="345198" y="282854"/>
                </a:lnTo>
                <a:lnTo>
                  <a:pt x="452869" y="359308"/>
                </a:lnTo>
                <a:lnTo>
                  <a:pt x="470700" y="363067"/>
                </a:lnTo>
                <a:lnTo>
                  <a:pt x="484771" y="353974"/>
                </a:lnTo>
                <a:lnTo>
                  <a:pt x="490512" y="338874"/>
                </a:lnTo>
                <a:lnTo>
                  <a:pt x="483349" y="324624"/>
                </a:lnTo>
                <a:lnTo>
                  <a:pt x="443890" y="296875"/>
                </a:lnTo>
                <a:lnTo>
                  <a:pt x="377228" y="249923"/>
                </a:lnTo>
                <a:lnTo>
                  <a:pt x="371729" y="246189"/>
                </a:lnTo>
                <a:lnTo>
                  <a:pt x="370446" y="238544"/>
                </a:lnTo>
                <a:lnTo>
                  <a:pt x="378040" y="227558"/>
                </a:lnTo>
                <a:lnTo>
                  <a:pt x="385495" y="226263"/>
                </a:lnTo>
                <a:lnTo>
                  <a:pt x="390969" y="230047"/>
                </a:lnTo>
                <a:lnTo>
                  <a:pt x="492086" y="301218"/>
                </a:lnTo>
                <a:lnTo>
                  <a:pt x="494588" y="303009"/>
                </a:lnTo>
                <a:lnTo>
                  <a:pt x="506780" y="311556"/>
                </a:lnTo>
                <a:lnTo>
                  <a:pt x="527989" y="317449"/>
                </a:lnTo>
                <a:lnTo>
                  <a:pt x="545109" y="307860"/>
                </a:lnTo>
                <a:lnTo>
                  <a:pt x="551713" y="290296"/>
                </a:lnTo>
                <a:close/>
              </a:path>
              <a:path w="734695" h="436245">
                <a:moveTo>
                  <a:pt x="734225" y="241985"/>
                </a:moveTo>
                <a:lnTo>
                  <a:pt x="677240" y="3302"/>
                </a:lnTo>
                <a:lnTo>
                  <a:pt x="676757" y="1257"/>
                </a:lnTo>
                <a:lnTo>
                  <a:pt x="674725" y="0"/>
                </a:lnTo>
                <a:lnTo>
                  <a:pt x="605917" y="16738"/>
                </a:lnTo>
                <a:lnTo>
                  <a:pt x="601395" y="24193"/>
                </a:lnTo>
                <a:lnTo>
                  <a:pt x="656793" y="256235"/>
                </a:lnTo>
                <a:lnTo>
                  <a:pt x="664171" y="260794"/>
                </a:lnTo>
                <a:lnTo>
                  <a:pt x="732980" y="244043"/>
                </a:lnTo>
                <a:lnTo>
                  <a:pt x="734225" y="241985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39BB4C1A-01E8-EF7A-1C3B-04EEB9BE9BC0}"/>
              </a:ext>
            </a:extLst>
          </p:cNvPr>
          <p:cNvSpPr txBox="1"/>
          <p:nvPr/>
        </p:nvSpPr>
        <p:spPr>
          <a:xfrm>
            <a:off x="4693697" y="3048000"/>
            <a:ext cx="323110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High Customer Acceptance:</a:t>
            </a:r>
            <a:r>
              <a:rPr lang="en-IN" sz="1600" dirty="0"/>
              <a:t> Instant UPI payment matches everyday habits with zero learning curve.</a:t>
            </a:r>
          </a:p>
        </p:txBody>
      </p:sp>
      <p:sp>
        <p:nvSpPr>
          <p:cNvPr id="96" name="object 88">
            <a:extLst>
              <a:ext uri="{FF2B5EF4-FFF2-40B4-BE49-F238E27FC236}">
                <a16:creationId xmlns:a16="http://schemas.microsoft.com/office/drawing/2014/main" id="{6A880D55-7F7B-405B-813B-ECDD70681903}"/>
              </a:ext>
            </a:extLst>
          </p:cNvPr>
          <p:cNvSpPr/>
          <p:nvPr/>
        </p:nvSpPr>
        <p:spPr>
          <a:xfrm>
            <a:off x="4191000" y="4495800"/>
            <a:ext cx="457200" cy="619125"/>
          </a:xfrm>
          <a:custGeom>
            <a:avLst/>
            <a:gdLst/>
            <a:ahLst/>
            <a:cxnLst/>
            <a:rect l="l" t="t" r="r" b="b"/>
            <a:pathLst>
              <a:path w="457200" h="619125">
                <a:moveTo>
                  <a:pt x="360197" y="132194"/>
                </a:moveTo>
                <a:lnTo>
                  <a:pt x="353466" y="90462"/>
                </a:lnTo>
                <a:lnTo>
                  <a:pt x="334772" y="54178"/>
                </a:lnTo>
                <a:lnTo>
                  <a:pt x="306260" y="25539"/>
                </a:lnTo>
                <a:lnTo>
                  <a:pt x="270141" y="6756"/>
                </a:lnTo>
                <a:lnTo>
                  <a:pt x="228600" y="0"/>
                </a:lnTo>
                <a:lnTo>
                  <a:pt x="187045" y="6756"/>
                </a:lnTo>
                <a:lnTo>
                  <a:pt x="150926" y="25539"/>
                </a:lnTo>
                <a:lnTo>
                  <a:pt x="122428" y="54178"/>
                </a:lnTo>
                <a:lnTo>
                  <a:pt x="103720" y="90462"/>
                </a:lnTo>
                <a:lnTo>
                  <a:pt x="97002" y="132194"/>
                </a:lnTo>
                <a:lnTo>
                  <a:pt x="103720" y="173824"/>
                </a:lnTo>
                <a:lnTo>
                  <a:pt x="122428" y="210058"/>
                </a:lnTo>
                <a:lnTo>
                  <a:pt x="150926" y="238658"/>
                </a:lnTo>
                <a:lnTo>
                  <a:pt x="187045" y="257429"/>
                </a:lnTo>
                <a:lnTo>
                  <a:pt x="228600" y="264185"/>
                </a:lnTo>
                <a:lnTo>
                  <a:pt x="270141" y="257429"/>
                </a:lnTo>
                <a:lnTo>
                  <a:pt x="306260" y="238658"/>
                </a:lnTo>
                <a:lnTo>
                  <a:pt x="334772" y="210058"/>
                </a:lnTo>
                <a:lnTo>
                  <a:pt x="353466" y="173824"/>
                </a:lnTo>
                <a:lnTo>
                  <a:pt x="360197" y="132194"/>
                </a:lnTo>
                <a:close/>
              </a:path>
              <a:path w="457200" h="619125">
                <a:moveTo>
                  <a:pt x="457200" y="509193"/>
                </a:moveTo>
                <a:lnTo>
                  <a:pt x="452539" y="462978"/>
                </a:lnTo>
                <a:lnTo>
                  <a:pt x="439204" y="419900"/>
                </a:lnTo>
                <a:lnTo>
                  <a:pt x="418096" y="380898"/>
                </a:lnTo>
                <a:lnTo>
                  <a:pt x="390156" y="346900"/>
                </a:lnTo>
                <a:lnTo>
                  <a:pt x="356311" y="318833"/>
                </a:lnTo>
                <a:lnTo>
                  <a:pt x="317487" y="297637"/>
                </a:lnTo>
                <a:lnTo>
                  <a:pt x="274599" y="284226"/>
                </a:lnTo>
                <a:lnTo>
                  <a:pt x="228600" y="279552"/>
                </a:lnTo>
                <a:lnTo>
                  <a:pt x="182587" y="284226"/>
                </a:lnTo>
                <a:lnTo>
                  <a:pt x="139712" y="297637"/>
                </a:lnTo>
                <a:lnTo>
                  <a:pt x="100888" y="318833"/>
                </a:lnTo>
                <a:lnTo>
                  <a:pt x="67030" y="346900"/>
                </a:lnTo>
                <a:lnTo>
                  <a:pt x="39103" y="380898"/>
                </a:lnTo>
                <a:lnTo>
                  <a:pt x="17995" y="419900"/>
                </a:lnTo>
                <a:lnTo>
                  <a:pt x="4648" y="462978"/>
                </a:lnTo>
                <a:lnTo>
                  <a:pt x="0" y="509193"/>
                </a:lnTo>
                <a:lnTo>
                  <a:pt x="0" y="549122"/>
                </a:lnTo>
                <a:lnTo>
                  <a:pt x="5473" y="576300"/>
                </a:lnTo>
                <a:lnTo>
                  <a:pt x="20396" y="598525"/>
                </a:lnTo>
                <a:lnTo>
                  <a:pt x="42519" y="613511"/>
                </a:lnTo>
                <a:lnTo>
                  <a:pt x="69570" y="619010"/>
                </a:lnTo>
                <a:lnTo>
                  <a:pt x="387629" y="619010"/>
                </a:lnTo>
                <a:lnTo>
                  <a:pt x="414680" y="613511"/>
                </a:lnTo>
                <a:lnTo>
                  <a:pt x="436803" y="598525"/>
                </a:lnTo>
                <a:lnTo>
                  <a:pt x="451726" y="576300"/>
                </a:lnTo>
                <a:lnTo>
                  <a:pt x="457200" y="549122"/>
                </a:lnTo>
                <a:lnTo>
                  <a:pt x="457200" y="5091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CFDBC400-FA89-C212-B373-C0B42ABE3313}"/>
              </a:ext>
            </a:extLst>
          </p:cNvPr>
          <p:cNvSpPr txBox="1"/>
          <p:nvPr/>
        </p:nvSpPr>
        <p:spPr>
          <a:xfrm>
            <a:off x="4603786" y="4146803"/>
            <a:ext cx="217801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Operational Transparency:</a:t>
            </a:r>
            <a:r>
              <a:rPr lang="en-IN" sz="1600" dirty="0"/>
              <a:t> Auto-logs mismatch alerts for staff, eliminating arbitrary customer stops.</a:t>
            </a:r>
          </a:p>
        </p:txBody>
      </p:sp>
      <p:pic>
        <p:nvPicPr>
          <p:cNvPr id="102" name="object 92">
            <a:extLst>
              <a:ext uri="{FF2B5EF4-FFF2-40B4-BE49-F238E27FC236}">
                <a16:creationId xmlns:a16="http://schemas.microsoft.com/office/drawing/2014/main" id="{2D59A8F2-4C4F-8556-642C-EA7977061989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136727" y="2057401"/>
            <a:ext cx="504824" cy="533399"/>
          </a:xfrm>
          <a:prstGeom prst="rect">
            <a:avLst/>
          </a:prstGeom>
        </p:spPr>
      </p:pic>
      <p:pic>
        <p:nvPicPr>
          <p:cNvPr id="104" name="object 92">
            <a:extLst>
              <a:ext uri="{FF2B5EF4-FFF2-40B4-BE49-F238E27FC236}">
                <a16:creationId xmlns:a16="http://schemas.microsoft.com/office/drawing/2014/main" id="{6F610562-7D35-9E3B-1830-C29F491C53B1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160492" y="3048001"/>
            <a:ext cx="504824" cy="533399"/>
          </a:xfrm>
          <a:prstGeom prst="rect">
            <a:avLst/>
          </a:prstGeom>
        </p:spPr>
      </p:pic>
      <p:sp>
        <p:nvSpPr>
          <p:cNvPr id="106" name="TextBox 105">
            <a:extLst>
              <a:ext uri="{FF2B5EF4-FFF2-40B4-BE49-F238E27FC236}">
                <a16:creationId xmlns:a16="http://schemas.microsoft.com/office/drawing/2014/main" id="{36AFB554-3C19-7F46-163E-2C4302F062CD}"/>
              </a:ext>
            </a:extLst>
          </p:cNvPr>
          <p:cNvSpPr txBox="1"/>
          <p:nvPr/>
        </p:nvSpPr>
        <p:spPr>
          <a:xfrm>
            <a:off x="8641551" y="1748135"/>
            <a:ext cx="303123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Operational Cost Reduction:</a:t>
            </a:r>
            <a:r>
              <a:rPr lang="en-IN" sz="1600" dirty="0"/>
              <a:t> </a:t>
            </a:r>
            <a:r>
              <a:rPr lang="en-IN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Lowers cashier overhead and frees staff for floor assistance and inventory restocking</a:t>
            </a:r>
            <a:r>
              <a:rPr lang="en-IN" sz="1600" dirty="0">
                <a:solidFill>
                  <a:schemeClr val="bg1">
                    <a:lumMod val="95000"/>
                  </a:schemeClr>
                </a:solidFill>
              </a:rPr>
              <a:t>.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929300B6-6712-C075-D929-A39A94647EE7}"/>
              </a:ext>
            </a:extLst>
          </p:cNvPr>
          <p:cNvSpPr txBox="1"/>
          <p:nvPr/>
        </p:nvSpPr>
        <p:spPr>
          <a:xfrm>
            <a:off x="8608118" y="2706196"/>
            <a:ext cx="3431482" cy="1103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Rapid Return on Investment (ROI):</a:t>
            </a:r>
            <a:r>
              <a:rPr lang="en-IN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Ultra-low setup cost (~₹2,000/unit) enables complete capital payback within weeks.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80F71E-148E-E6B1-0454-DFEB1F5BC652}"/>
              </a:ext>
            </a:extLst>
          </p:cNvPr>
          <p:cNvSpPr txBox="1"/>
          <p:nvPr/>
        </p:nvSpPr>
        <p:spPr>
          <a:xfrm>
            <a:off x="134789" y="254389"/>
            <a:ext cx="117371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howcard Gothic" panose="04020904020102020604" pitchFamily="82" charset="0"/>
              </a:rPr>
              <a:t>SCAN-X</a:t>
            </a:r>
            <a:endParaRPr lang="en-IN" sz="2200" b="1" dirty="0">
              <a:solidFill>
                <a:schemeClr val="accent6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howcard Gothic" panose="04020904020102020604" pitchFamily="82" charset="0"/>
            </a:endParaRPr>
          </a:p>
          <a:p>
            <a:endParaRPr lang="en-IN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76521" y="-76200"/>
            <a:ext cx="8100948" cy="992759"/>
          </a:xfrm>
          <a:prstGeom prst="rect">
            <a:avLst/>
          </a:prstGeom>
        </p:spPr>
        <p:txBody>
          <a:bodyPr vert="horz" wrap="square" lIns="0" tIns="109042" rIns="0" bIns="0" rtlCol="0">
            <a:spAutoFit/>
          </a:bodyPr>
          <a:lstStyle/>
          <a:p>
            <a:pPr marL="1991995">
              <a:lnSpc>
                <a:spcPct val="100000"/>
              </a:lnSpc>
              <a:spcBef>
                <a:spcPts val="100"/>
              </a:spcBef>
            </a:pPr>
            <a:r>
              <a:rPr spc="-55" dirty="0"/>
              <a:t>IMPACT</a:t>
            </a:r>
            <a:r>
              <a:rPr spc="-254" dirty="0"/>
              <a:t> </a:t>
            </a:r>
            <a:r>
              <a:rPr dirty="0"/>
              <a:t>AND</a:t>
            </a:r>
            <a:r>
              <a:rPr spc="35" dirty="0"/>
              <a:t> </a:t>
            </a:r>
            <a:r>
              <a:rPr spc="-10" dirty="0"/>
              <a:t>BENEFITS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r>
              <a:rPr dirty="0"/>
              <a:t>@SIH</a:t>
            </a:r>
            <a:r>
              <a:rPr spc="15" dirty="0"/>
              <a:t> </a:t>
            </a:r>
            <a:r>
              <a:rPr dirty="0"/>
              <a:t>Idea </a:t>
            </a:r>
            <a:r>
              <a:rPr spc="-10" dirty="0"/>
              <a:t>submission-</a:t>
            </a:r>
            <a:r>
              <a:rPr spc="-40" dirty="0"/>
              <a:t> </a:t>
            </a:r>
            <a:r>
              <a:rPr spc="-10" dirty="0"/>
              <a:t>Template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0"/>
              </a:lnSpc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5C8711-32B2-3C4A-52C8-C59DDC023C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96" r="1389"/>
          <a:stretch>
            <a:fillRect/>
          </a:stretch>
        </p:blipFill>
        <p:spPr>
          <a:xfrm>
            <a:off x="6248400" y="762000"/>
            <a:ext cx="5715000" cy="31051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F432F22-620F-8E1A-5140-89F2845829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365" t="16088" r="4391" b="2128"/>
          <a:stretch>
            <a:fillRect/>
          </a:stretch>
        </p:blipFill>
        <p:spPr>
          <a:xfrm>
            <a:off x="533399" y="609600"/>
            <a:ext cx="5638801" cy="30304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1254867-7F01-324E-1127-5D7426D41B5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997" t="16367" r="2150" b="3683"/>
          <a:stretch>
            <a:fillRect/>
          </a:stretch>
        </p:blipFill>
        <p:spPr>
          <a:xfrm>
            <a:off x="0" y="3640000"/>
            <a:ext cx="12192000" cy="26846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808121" y="20663"/>
            <a:ext cx="2203258" cy="1023949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42545" y="31750"/>
            <a:ext cx="1252855" cy="806450"/>
          </a:xfrm>
          <a:custGeom>
            <a:avLst/>
            <a:gdLst/>
            <a:ahLst/>
            <a:cxnLst/>
            <a:rect l="l" t="t" r="r" b="b"/>
            <a:pathLst>
              <a:path w="1252855" h="806450">
                <a:moveTo>
                  <a:pt x="0" y="403098"/>
                </a:moveTo>
                <a:lnTo>
                  <a:pt x="10091" y="330639"/>
                </a:lnTo>
                <a:lnTo>
                  <a:pt x="39186" y="262441"/>
                </a:lnTo>
                <a:lnTo>
                  <a:pt x="60307" y="230296"/>
                </a:lnTo>
                <a:lnTo>
                  <a:pt x="85516" y="199643"/>
                </a:lnTo>
                <a:lnTo>
                  <a:pt x="114591" y="170625"/>
                </a:lnTo>
                <a:lnTo>
                  <a:pt x="147311" y="143384"/>
                </a:lnTo>
                <a:lnTo>
                  <a:pt x="183456" y="118062"/>
                </a:lnTo>
                <a:lnTo>
                  <a:pt x="222803" y="94801"/>
                </a:lnTo>
                <a:lnTo>
                  <a:pt x="265133" y="73744"/>
                </a:lnTo>
                <a:lnTo>
                  <a:pt x="310224" y="55033"/>
                </a:lnTo>
                <a:lnTo>
                  <a:pt x="357854" y="38810"/>
                </a:lnTo>
                <a:lnTo>
                  <a:pt x="407803" y="25218"/>
                </a:lnTo>
                <a:lnTo>
                  <a:pt x="459850" y="14398"/>
                </a:lnTo>
                <a:lnTo>
                  <a:pt x="513773" y="6494"/>
                </a:lnTo>
                <a:lnTo>
                  <a:pt x="569351" y="1647"/>
                </a:lnTo>
                <a:lnTo>
                  <a:pt x="626363" y="0"/>
                </a:lnTo>
                <a:lnTo>
                  <a:pt x="683378" y="1647"/>
                </a:lnTo>
                <a:lnTo>
                  <a:pt x="738958" y="6494"/>
                </a:lnTo>
                <a:lnTo>
                  <a:pt x="792882" y="14398"/>
                </a:lnTo>
                <a:lnTo>
                  <a:pt x="844929" y="25218"/>
                </a:lnTo>
                <a:lnTo>
                  <a:pt x="894878" y="38810"/>
                </a:lnTo>
                <a:lnTo>
                  <a:pt x="942509" y="55033"/>
                </a:lnTo>
                <a:lnTo>
                  <a:pt x="987599" y="73744"/>
                </a:lnTo>
                <a:lnTo>
                  <a:pt x="1029929" y="94801"/>
                </a:lnTo>
                <a:lnTo>
                  <a:pt x="1069276" y="118062"/>
                </a:lnTo>
                <a:lnTo>
                  <a:pt x="1105420" y="143384"/>
                </a:lnTo>
                <a:lnTo>
                  <a:pt x="1138140" y="170625"/>
                </a:lnTo>
                <a:lnTo>
                  <a:pt x="1167214" y="199644"/>
                </a:lnTo>
                <a:lnTo>
                  <a:pt x="1192422" y="230296"/>
                </a:lnTo>
                <a:lnTo>
                  <a:pt x="1213543" y="262441"/>
                </a:lnTo>
                <a:lnTo>
                  <a:pt x="1242636" y="330639"/>
                </a:lnTo>
                <a:lnTo>
                  <a:pt x="1252728" y="403098"/>
                </a:lnTo>
                <a:lnTo>
                  <a:pt x="1250168" y="439789"/>
                </a:lnTo>
                <a:lnTo>
                  <a:pt x="1230354" y="510259"/>
                </a:lnTo>
                <a:lnTo>
                  <a:pt x="1192422" y="575899"/>
                </a:lnTo>
                <a:lnTo>
                  <a:pt x="1167214" y="606551"/>
                </a:lnTo>
                <a:lnTo>
                  <a:pt x="1138140" y="635570"/>
                </a:lnTo>
                <a:lnTo>
                  <a:pt x="1105420" y="662811"/>
                </a:lnTo>
                <a:lnTo>
                  <a:pt x="1069276" y="688133"/>
                </a:lnTo>
                <a:lnTo>
                  <a:pt x="1029929" y="711394"/>
                </a:lnTo>
                <a:lnTo>
                  <a:pt x="987599" y="732451"/>
                </a:lnTo>
                <a:lnTo>
                  <a:pt x="942509" y="751162"/>
                </a:lnTo>
                <a:lnTo>
                  <a:pt x="894878" y="767385"/>
                </a:lnTo>
                <a:lnTo>
                  <a:pt x="844929" y="780977"/>
                </a:lnTo>
                <a:lnTo>
                  <a:pt x="792882" y="791797"/>
                </a:lnTo>
                <a:lnTo>
                  <a:pt x="738958" y="799701"/>
                </a:lnTo>
                <a:lnTo>
                  <a:pt x="683378" y="804548"/>
                </a:lnTo>
                <a:lnTo>
                  <a:pt x="626363" y="806195"/>
                </a:lnTo>
                <a:lnTo>
                  <a:pt x="569351" y="804548"/>
                </a:lnTo>
                <a:lnTo>
                  <a:pt x="513773" y="799701"/>
                </a:lnTo>
                <a:lnTo>
                  <a:pt x="459850" y="791797"/>
                </a:lnTo>
                <a:lnTo>
                  <a:pt x="407803" y="780977"/>
                </a:lnTo>
                <a:lnTo>
                  <a:pt x="357854" y="767385"/>
                </a:lnTo>
                <a:lnTo>
                  <a:pt x="310224" y="751162"/>
                </a:lnTo>
                <a:lnTo>
                  <a:pt x="265133" y="732451"/>
                </a:lnTo>
                <a:lnTo>
                  <a:pt x="222803" y="711394"/>
                </a:lnTo>
                <a:lnTo>
                  <a:pt x="183456" y="688133"/>
                </a:lnTo>
                <a:lnTo>
                  <a:pt x="147311" y="662811"/>
                </a:lnTo>
                <a:lnTo>
                  <a:pt x="114591" y="635570"/>
                </a:lnTo>
                <a:lnTo>
                  <a:pt x="85516" y="606551"/>
                </a:lnTo>
                <a:lnTo>
                  <a:pt x="60307" y="575899"/>
                </a:lnTo>
                <a:lnTo>
                  <a:pt x="39186" y="543754"/>
                </a:lnTo>
                <a:lnTo>
                  <a:pt x="10091" y="475556"/>
                </a:lnTo>
                <a:lnTo>
                  <a:pt x="0" y="403098"/>
                </a:lnTo>
                <a:close/>
              </a:path>
            </a:pathLst>
          </a:custGeom>
          <a:ln w="25908">
            <a:solidFill>
              <a:srgbClr val="8063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C6AEE2-C078-FF95-B680-96E6C99E4E48}"/>
              </a:ext>
            </a:extLst>
          </p:cNvPr>
          <p:cNvSpPr txBox="1"/>
          <p:nvPr/>
        </p:nvSpPr>
        <p:spPr>
          <a:xfrm>
            <a:off x="99979" y="224879"/>
            <a:ext cx="130972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howcard Gothic" panose="04020904020102020604" pitchFamily="82" charset="0"/>
              </a:rPr>
              <a:t>SCAN-X</a:t>
            </a:r>
            <a:endParaRPr lang="en-IN" sz="2200" b="1" dirty="0">
              <a:solidFill>
                <a:schemeClr val="accent6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howcard Gothic" panose="04020904020102020604" pitchFamily="82" charset="0"/>
            </a:endParaRPr>
          </a:p>
          <a:p>
            <a:endParaRPr lang="en-IN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19200" y="-78359"/>
            <a:ext cx="8100948" cy="992759"/>
          </a:xfrm>
          <a:prstGeom prst="rect">
            <a:avLst/>
          </a:prstGeom>
        </p:spPr>
        <p:txBody>
          <a:bodyPr vert="horz" wrap="square" lIns="0" tIns="109042" rIns="0" bIns="0" rtlCol="0">
            <a:spAutoFit/>
          </a:bodyPr>
          <a:lstStyle/>
          <a:p>
            <a:pPr marL="1163955">
              <a:lnSpc>
                <a:spcPct val="100000"/>
              </a:lnSpc>
              <a:spcBef>
                <a:spcPts val="100"/>
              </a:spcBef>
            </a:pPr>
            <a:r>
              <a:rPr dirty="0"/>
              <a:t>RESEARCH</a:t>
            </a:r>
            <a:r>
              <a:rPr spc="685" dirty="0"/>
              <a:t> </a:t>
            </a:r>
            <a:r>
              <a:rPr dirty="0"/>
              <a:t>AND </a:t>
            </a:r>
            <a:r>
              <a:rPr spc="-10" dirty="0"/>
              <a:t>REFERENCES</a:t>
            </a:r>
          </a:p>
        </p:txBody>
      </p:sp>
      <p:sp>
        <p:nvSpPr>
          <p:cNvPr id="4" name="object 4"/>
          <p:cNvSpPr/>
          <p:nvPr/>
        </p:nvSpPr>
        <p:spPr>
          <a:xfrm>
            <a:off x="304800" y="76200"/>
            <a:ext cx="1252855" cy="806450"/>
          </a:xfrm>
          <a:custGeom>
            <a:avLst/>
            <a:gdLst/>
            <a:ahLst/>
            <a:cxnLst/>
            <a:rect l="l" t="t" r="r" b="b"/>
            <a:pathLst>
              <a:path w="1252855" h="806450">
                <a:moveTo>
                  <a:pt x="0" y="403098"/>
                </a:moveTo>
                <a:lnTo>
                  <a:pt x="10091" y="330639"/>
                </a:lnTo>
                <a:lnTo>
                  <a:pt x="39186" y="262441"/>
                </a:lnTo>
                <a:lnTo>
                  <a:pt x="60307" y="230296"/>
                </a:lnTo>
                <a:lnTo>
                  <a:pt x="85516" y="199643"/>
                </a:lnTo>
                <a:lnTo>
                  <a:pt x="114591" y="170625"/>
                </a:lnTo>
                <a:lnTo>
                  <a:pt x="147311" y="143384"/>
                </a:lnTo>
                <a:lnTo>
                  <a:pt x="183456" y="118062"/>
                </a:lnTo>
                <a:lnTo>
                  <a:pt x="222803" y="94801"/>
                </a:lnTo>
                <a:lnTo>
                  <a:pt x="265133" y="73744"/>
                </a:lnTo>
                <a:lnTo>
                  <a:pt x="310224" y="55033"/>
                </a:lnTo>
                <a:lnTo>
                  <a:pt x="357854" y="38810"/>
                </a:lnTo>
                <a:lnTo>
                  <a:pt x="407803" y="25218"/>
                </a:lnTo>
                <a:lnTo>
                  <a:pt x="459850" y="14398"/>
                </a:lnTo>
                <a:lnTo>
                  <a:pt x="513773" y="6494"/>
                </a:lnTo>
                <a:lnTo>
                  <a:pt x="569351" y="1647"/>
                </a:lnTo>
                <a:lnTo>
                  <a:pt x="626363" y="0"/>
                </a:lnTo>
                <a:lnTo>
                  <a:pt x="683378" y="1647"/>
                </a:lnTo>
                <a:lnTo>
                  <a:pt x="738958" y="6494"/>
                </a:lnTo>
                <a:lnTo>
                  <a:pt x="792882" y="14398"/>
                </a:lnTo>
                <a:lnTo>
                  <a:pt x="844929" y="25218"/>
                </a:lnTo>
                <a:lnTo>
                  <a:pt x="894878" y="38810"/>
                </a:lnTo>
                <a:lnTo>
                  <a:pt x="942509" y="55033"/>
                </a:lnTo>
                <a:lnTo>
                  <a:pt x="987599" y="73744"/>
                </a:lnTo>
                <a:lnTo>
                  <a:pt x="1029929" y="94801"/>
                </a:lnTo>
                <a:lnTo>
                  <a:pt x="1069276" y="118062"/>
                </a:lnTo>
                <a:lnTo>
                  <a:pt x="1105420" y="143384"/>
                </a:lnTo>
                <a:lnTo>
                  <a:pt x="1138140" y="170625"/>
                </a:lnTo>
                <a:lnTo>
                  <a:pt x="1167214" y="199644"/>
                </a:lnTo>
                <a:lnTo>
                  <a:pt x="1192422" y="230296"/>
                </a:lnTo>
                <a:lnTo>
                  <a:pt x="1213543" y="262441"/>
                </a:lnTo>
                <a:lnTo>
                  <a:pt x="1242636" y="330639"/>
                </a:lnTo>
                <a:lnTo>
                  <a:pt x="1252728" y="403098"/>
                </a:lnTo>
                <a:lnTo>
                  <a:pt x="1250168" y="439789"/>
                </a:lnTo>
                <a:lnTo>
                  <a:pt x="1230354" y="510259"/>
                </a:lnTo>
                <a:lnTo>
                  <a:pt x="1192422" y="575899"/>
                </a:lnTo>
                <a:lnTo>
                  <a:pt x="1167214" y="606551"/>
                </a:lnTo>
                <a:lnTo>
                  <a:pt x="1138140" y="635570"/>
                </a:lnTo>
                <a:lnTo>
                  <a:pt x="1105420" y="662811"/>
                </a:lnTo>
                <a:lnTo>
                  <a:pt x="1069276" y="688133"/>
                </a:lnTo>
                <a:lnTo>
                  <a:pt x="1029929" y="711394"/>
                </a:lnTo>
                <a:lnTo>
                  <a:pt x="987599" y="732451"/>
                </a:lnTo>
                <a:lnTo>
                  <a:pt x="942509" y="751162"/>
                </a:lnTo>
                <a:lnTo>
                  <a:pt x="894878" y="767385"/>
                </a:lnTo>
                <a:lnTo>
                  <a:pt x="844929" y="780977"/>
                </a:lnTo>
                <a:lnTo>
                  <a:pt x="792882" y="791797"/>
                </a:lnTo>
                <a:lnTo>
                  <a:pt x="738958" y="799701"/>
                </a:lnTo>
                <a:lnTo>
                  <a:pt x="683378" y="804548"/>
                </a:lnTo>
                <a:lnTo>
                  <a:pt x="626363" y="806195"/>
                </a:lnTo>
                <a:lnTo>
                  <a:pt x="569351" y="804548"/>
                </a:lnTo>
                <a:lnTo>
                  <a:pt x="513773" y="799701"/>
                </a:lnTo>
                <a:lnTo>
                  <a:pt x="459850" y="791797"/>
                </a:lnTo>
                <a:lnTo>
                  <a:pt x="407803" y="780977"/>
                </a:lnTo>
                <a:lnTo>
                  <a:pt x="357854" y="767385"/>
                </a:lnTo>
                <a:lnTo>
                  <a:pt x="310224" y="751162"/>
                </a:lnTo>
                <a:lnTo>
                  <a:pt x="265133" y="732451"/>
                </a:lnTo>
                <a:lnTo>
                  <a:pt x="222803" y="711394"/>
                </a:lnTo>
                <a:lnTo>
                  <a:pt x="183456" y="688133"/>
                </a:lnTo>
                <a:lnTo>
                  <a:pt x="147311" y="662811"/>
                </a:lnTo>
                <a:lnTo>
                  <a:pt x="114591" y="635570"/>
                </a:lnTo>
                <a:lnTo>
                  <a:pt x="85516" y="606551"/>
                </a:lnTo>
                <a:lnTo>
                  <a:pt x="60307" y="575899"/>
                </a:lnTo>
                <a:lnTo>
                  <a:pt x="39186" y="543754"/>
                </a:lnTo>
                <a:lnTo>
                  <a:pt x="10091" y="475556"/>
                </a:lnTo>
                <a:lnTo>
                  <a:pt x="0" y="403098"/>
                </a:lnTo>
                <a:close/>
              </a:path>
            </a:pathLst>
          </a:custGeom>
          <a:ln w="25908">
            <a:solidFill>
              <a:srgbClr val="8063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08121" y="20663"/>
            <a:ext cx="2203258" cy="1023949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r>
              <a:rPr dirty="0"/>
              <a:t>@SIH</a:t>
            </a:r>
            <a:r>
              <a:rPr spc="15" dirty="0"/>
              <a:t> </a:t>
            </a:r>
            <a:r>
              <a:rPr dirty="0"/>
              <a:t>Idea </a:t>
            </a:r>
            <a:r>
              <a:rPr spc="-10" dirty="0"/>
              <a:t>submission-</a:t>
            </a:r>
            <a:r>
              <a:rPr spc="-40" dirty="0"/>
              <a:t> </a:t>
            </a:r>
            <a:r>
              <a:rPr spc="-10" dirty="0"/>
              <a:t>Template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0"/>
              </a:lnSpc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  <p:pic>
        <p:nvPicPr>
          <p:cNvPr id="5" name="object 6">
            <a:extLst>
              <a:ext uri="{FF2B5EF4-FFF2-40B4-BE49-F238E27FC236}">
                <a16:creationId xmlns:a16="http://schemas.microsoft.com/office/drawing/2014/main" id="{7A90E6B1-786F-6234-0BBA-A3AAA243F6B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3460750"/>
            <a:ext cx="12192000" cy="2984791"/>
          </a:xfrm>
          <a:prstGeom prst="rect">
            <a:avLst/>
          </a:prstGeom>
        </p:spPr>
      </p:pic>
      <p:sp>
        <p:nvSpPr>
          <p:cNvPr id="12" name="object 17">
            <a:extLst>
              <a:ext uri="{FF2B5EF4-FFF2-40B4-BE49-F238E27FC236}">
                <a16:creationId xmlns:a16="http://schemas.microsoft.com/office/drawing/2014/main" id="{2B21EF42-D899-1AD3-8749-01556C1B16E3}"/>
              </a:ext>
            </a:extLst>
          </p:cNvPr>
          <p:cNvSpPr txBox="1"/>
          <p:nvPr/>
        </p:nvSpPr>
        <p:spPr>
          <a:xfrm>
            <a:off x="9906000" y="3371850"/>
            <a:ext cx="2179320" cy="9086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800" b="1" spc="65" dirty="0">
                <a:solidFill>
                  <a:srgbClr val="FFFF00"/>
                </a:solidFill>
                <a:latin typeface="Times New Roman"/>
                <a:cs typeface="Times New Roman"/>
                <a:hlinkClick r:id="rId4"/>
              </a:rPr>
              <a:t>UI/UX</a:t>
            </a:r>
            <a:endParaRPr sz="5800" dirty="0">
              <a:solidFill>
                <a:srgbClr val="FFFF00"/>
              </a:solidFill>
              <a:latin typeface="Times New Roman"/>
              <a:cs typeface="Times New Roman"/>
            </a:endParaRPr>
          </a:p>
        </p:txBody>
      </p:sp>
      <p:sp>
        <p:nvSpPr>
          <p:cNvPr id="15" name="Pentagon 14">
            <a:extLst>
              <a:ext uri="{FF2B5EF4-FFF2-40B4-BE49-F238E27FC236}">
                <a16:creationId xmlns:a16="http://schemas.microsoft.com/office/drawing/2014/main" id="{69EEBBF6-997B-DBD4-F079-2997973B0446}"/>
              </a:ext>
            </a:extLst>
          </p:cNvPr>
          <p:cNvSpPr/>
          <p:nvPr/>
        </p:nvSpPr>
        <p:spPr>
          <a:xfrm>
            <a:off x="457200" y="1143000"/>
            <a:ext cx="2057400" cy="1905000"/>
          </a:xfrm>
          <a:prstGeom prst="pent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Pentagon 16">
            <a:extLst>
              <a:ext uri="{FF2B5EF4-FFF2-40B4-BE49-F238E27FC236}">
                <a16:creationId xmlns:a16="http://schemas.microsoft.com/office/drawing/2014/main" id="{CE193BA5-0343-AA24-AFC5-A94B140855FC}"/>
              </a:ext>
            </a:extLst>
          </p:cNvPr>
          <p:cNvSpPr/>
          <p:nvPr/>
        </p:nvSpPr>
        <p:spPr>
          <a:xfrm>
            <a:off x="2779705" y="1134201"/>
            <a:ext cx="2057400" cy="1905000"/>
          </a:xfrm>
          <a:prstGeom prst="pent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 b="1" u="sng" dirty="0"/>
          </a:p>
        </p:txBody>
      </p:sp>
      <p:sp>
        <p:nvSpPr>
          <p:cNvPr id="19" name="Pentagon 18">
            <a:extLst>
              <a:ext uri="{FF2B5EF4-FFF2-40B4-BE49-F238E27FC236}">
                <a16:creationId xmlns:a16="http://schemas.microsoft.com/office/drawing/2014/main" id="{6B25079B-0D0D-599C-2F81-6560F6258E37}"/>
              </a:ext>
            </a:extLst>
          </p:cNvPr>
          <p:cNvSpPr/>
          <p:nvPr/>
        </p:nvSpPr>
        <p:spPr>
          <a:xfrm>
            <a:off x="5067300" y="1143000"/>
            <a:ext cx="2057400" cy="1905000"/>
          </a:xfrm>
          <a:prstGeom prst="pent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1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21" name="Pentagon 20">
            <a:extLst>
              <a:ext uri="{FF2B5EF4-FFF2-40B4-BE49-F238E27FC236}">
                <a16:creationId xmlns:a16="http://schemas.microsoft.com/office/drawing/2014/main" id="{41EAEA5E-5440-2933-688A-C289731855FB}"/>
              </a:ext>
            </a:extLst>
          </p:cNvPr>
          <p:cNvSpPr/>
          <p:nvPr/>
        </p:nvSpPr>
        <p:spPr>
          <a:xfrm>
            <a:off x="7393685" y="1143000"/>
            <a:ext cx="2057400" cy="1905000"/>
          </a:xfrm>
          <a:prstGeom prst="pent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Pentagon 22">
            <a:extLst>
              <a:ext uri="{FF2B5EF4-FFF2-40B4-BE49-F238E27FC236}">
                <a16:creationId xmlns:a16="http://schemas.microsoft.com/office/drawing/2014/main" id="{5391A6C1-42CD-0F96-97DA-EBA17FC2655C}"/>
              </a:ext>
            </a:extLst>
          </p:cNvPr>
          <p:cNvSpPr/>
          <p:nvPr/>
        </p:nvSpPr>
        <p:spPr>
          <a:xfrm>
            <a:off x="9677400" y="1143000"/>
            <a:ext cx="2057400" cy="1905000"/>
          </a:xfrm>
          <a:prstGeom prst="pent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71DD629-E60C-A9AD-9A15-C6D1232C5B9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1111" b="7778"/>
          <a:stretch>
            <a:fillRect/>
          </a:stretch>
        </p:blipFill>
        <p:spPr>
          <a:xfrm>
            <a:off x="8366290" y="3663742"/>
            <a:ext cx="1479637" cy="2667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AF93209-BE48-9C90-A629-9071644D65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09" y="4285162"/>
            <a:ext cx="3912591" cy="203943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031CF84-C12D-903E-E219-74B6F248DC0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79705" y="3657600"/>
            <a:ext cx="3240095" cy="189238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471DBFC-3641-3710-B842-BC7694D1FCF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2679" y="4289205"/>
            <a:ext cx="3571934" cy="2037850"/>
          </a:xfrm>
          <a:prstGeom prst="rect">
            <a:avLst/>
          </a:prstGeom>
        </p:spPr>
      </p:pic>
      <p:pic>
        <p:nvPicPr>
          <p:cNvPr id="14" name="object 10">
            <a:extLst>
              <a:ext uri="{FF2B5EF4-FFF2-40B4-BE49-F238E27FC236}">
                <a16:creationId xmlns:a16="http://schemas.microsoft.com/office/drawing/2014/main" id="{7FD54CFD-5AD8-31C9-D359-2D5C80349092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753600" y="4203285"/>
            <a:ext cx="1638509" cy="158791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399C6756-5886-B861-4788-DC34D9EE873A}"/>
              </a:ext>
            </a:extLst>
          </p:cNvPr>
          <p:cNvSpPr txBox="1"/>
          <p:nvPr/>
        </p:nvSpPr>
        <p:spPr>
          <a:xfrm>
            <a:off x="1025743" y="2402214"/>
            <a:ext cx="92031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lang="en-IN" sz="2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E01442E-262A-3EE8-73E6-0DC050F3FD4B}"/>
              </a:ext>
            </a:extLst>
          </p:cNvPr>
          <p:cNvSpPr txBox="1"/>
          <p:nvPr/>
        </p:nvSpPr>
        <p:spPr>
          <a:xfrm>
            <a:off x="3303939" y="2430959"/>
            <a:ext cx="9632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cs typeface="Dubai" panose="020B0503030403030204" pitchFamily="34" charset="-78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lang="en-IN" sz="2200" b="1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  <a:cs typeface="Dubai" panose="020B0503030403030204" pitchFamily="34" charset="-78"/>
            </a:endParaRPr>
          </a:p>
          <a:p>
            <a:endParaRPr lang="en-IN" sz="2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10F3118-1DF2-AFC5-E4CE-4D1183B4C066}"/>
              </a:ext>
            </a:extLst>
          </p:cNvPr>
          <p:cNvSpPr txBox="1"/>
          <p:nvPr/>
        </p:nvSpPr>
        <p:spPr>
          <a:xfrm>
            <a:off x="5606331" y="2468840"/>
            <a:ext cx="912430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b="1" u="sng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cs typeface="Dubai" panose="020B0503030403030204" pitchFamily="34" charset="-78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lang="en-IN" sz="2200" b="1" u="sng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  <a:cs typeface="Dubai" panose="020B0503030403030204" pitchFamily="34" charset="-78"/>
              <a:hlinkClick r:id="rId1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endParaRPr lang="en-IN" sz="2200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endParaRPr lang="en-IN" sz="2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1631488-1181-0917-873D-4E47F0712E0F}"/>
              </a:ext>
            </a:extLst>
          </p:cNvPr>
          <p:cNvSpPr txBox="1"/>
          <p:nvPr/>
        </p:nvSpPr>
        <p:spPr>
          <a:xfrm>
            <a:off x="8002970" y="2473404"/>
            <a:ext cx="912430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cs typeface="Dubai" panose="020B0503030403030204" pitchFamily="34" charset="-78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lang="en-IN" sz="2200" b="1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  <a:cs typeface="Dubai" panose="020B0503030403030204" pitchFamily="34" charset="-78"/>
              <a:hlinkClick r:id="rId1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endParaRPr lang="en-IN" sz="2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endParaRPr lang="en-IN" sz="2200" dirty="0">
              <a:solidFill>
                <a:schemeClr val="bg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6A4ABB6-1B8B-D7FC-0DDC-EB7C84374A32}"/>
              </a:ext>
            </a:extLst>
          </p:cNvPr>
          <p:cNvSpPr txBox="1"/>
          <p:nvPr/>
        </p:nvSpPr>
        <p:spPr>
          <a:xfrm>
            <a:off x="10249885" y="2446108"/>
            <a:ext cx="912430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cs typeface="Dubai" panose="020B0503030403030204" pitchFamily="34" charset="-78"/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lang="en-IN" sz="2200" b="1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  <a:cs typeface="Dubai" panose="020B0503030403030204" pitchFamily="34" charset="-78"/>
              <a:hlinkClick r:id="rId1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endParaRPr lang="en-IN" sz="2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endParaRPr lang="en-IN" sz="2200" dirty="0">
              <a:solidFill>
                <a:schemeClr val="bg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ACBE13C-83F6-D322-832B-96420CB43FE0}"/>
              </a:ext>
            </a:extLst>
          </p:cNvPr>
          <p:cNvSpPr txBox="1"/>
          <p:nvPr/>
        </p:nvSpPr>
        <p:spPr>
          <a:xfrm>
            <a:off x="706521" y="1496730"/>
            <a:ext cx="1529496" cy="956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OWM RESEARCH WORK </a:t>
            </a:r>
            <a:endParaRPr lang="en-IN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988E309-3951-F011-1A21-B16D100B770F}"/>
              </a:ext>
            </a:extLst>
          </p:cNvPr>
          <p:cNvSpPr txBox="1"/>
          <p:nvPr/>
        </p:nvSpPr>
        <p:spPr>
          <a:xfrm>
            <a:off x="3037840" y="1639669"/>
            <a:ext cx="1534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Amazon  Dash Cart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5970711-AD51-7FDD-F068-E5DBFBE59D52}"/>
              </a:ext>
            </a:extLst>
          </p:cNvPr>
          <p:cNvSpPr txBox="1"/>
          <p:nvPr/>
        </p:nvSpPr>
        <p:spPr>
          <a:xfrm>
            <a:off x="5090473" y="1626769"/>
            <a:ext cx="1998569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7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Item Verification on Smart </a:t>
            </a:r>
            <a:r>
              <a:rPr lang="en-IN" sz="1700" b="1" dirty="0" err="1">
                <a:solidFill>
                  <a:schemeClr val="accent6">
                    <a:lumMod val="40000"/>
                    <a:lumOff val="60000"/>
                  </a:schemeClr>
                </a:solidFill>
              </a:rPr>
              <a:t>TrolleyIndonesia</a:t>
            </a:r>
            <a:endParaRPr lang="en-IN" sz="1700" b="1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F8D4775-C072-EB69-2C1C-DCA9BFA9F888}"/>
              </a:ext>
            </a:extLst>
          </p:cNvPr>
          <p:cNvSpPr txBox="1"/>
          <p:nvPr/>
        </p:nvSpPr>
        <p:spPr>
          <a:xfrm>
            <a:off x="7772400" y="1600200"/>
            <a:ext cx="142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IEEE/CVPR Open Access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9ECC323-48BC-A069-075E-203997772B84}"/>
              </a:ext>
            </a:extLst>
          </p:cNvPr>
          <p:cNvSpPr txBox="1"/>
          <p:nvPr/>
        </p:nvSpPr>
        <p:spPr>
          <a:xfrm>
            <a:off x="9974832" y="1542975"/>
            <a:ext cx="15798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 err="1">
                <a:solidFill>
                  <a:schemeClr val="accent6">
                    <a:lumMod val="40000"/>
                    <a:lumOff val="60000"/>
                  </a:schemeClr>
                </a:solidFill>
              </a:rPr>
              <a:t>arXiv</a:t>
            </a:r>
            <a:r>
              <a:rPr lang="en-IN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— Vision-Based Retail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9DE6036-7B03-1B9C-AA27-5B2A92E6BAEE}"/>
              </a:ext>
            </a:extLst>
          </p:cNvPr>
          <p:cNvSpPr txBox="1"/>
          <p:nvPr/>
        </p:nvSpPr>
        <p:spPr>
          <a:xfrm>
            <a:off x="304800" y="261230"/>
            <a:ext cx="62484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howcard Gothic" panose="04020904020102020604" pitchFamily="82" charset="0"/>
              </a:rPr>
              <a:t>SCAN-X</a:t>
            </a:r>
            <a:endParaRPr lang="en-IN" sz="2200" b="1" dirty="0">
              <a:solidFill>
                <a:schemeClr val="accent6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howcard Gothic" panose="04020904020102020604" pitchFamily="8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BF93DF-27CE-3EA2-C0DB-67C7A4F2B9DC}"/>
              </a:ext>
            </a:extLst>
          </p:cNvPr>
          <p:cNvSpPr txBox="1"/>
          <p:nvPr/>
        </p:nvSpPr>
        <p:spPr>
          <a:xfrm>
            <a:off x="10227904" y="5584892"/>
            <a:ext cx="22835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hlinkClick r:id="rId15"/>
              </a:rPr>
              <a:t>PROJECT EXPLANATION</a:t>
            </a:r>
            <a:endParaRPr lang="en-IN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1055</TotalTime>
  <Words>387</Words>
  <Application>Microsoft Office PowerPoint</Application>
  <PresentationFormat>Widescreen</PresentationFormat>
  <Paragraphs>69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Arial MT</vt:lpstr>
      <vt:lpstr>Bookman Old Style</vt:lpstr>
      <vt:lpstr>Showcard Gothic</vt:lpstr>
      <vt:lpstr>Times New Roman</vt:lpstr>
      <vt:lpstr>Wingdings</vt:lpstr>
      <vt:lpstr>Office Theme</vt:lpstr>
      <vt:lpstr>SMART INDIA HACKATHON 2026</vt:lpstr>
      <vt:lpstr>FLOWCHECKOUT</vt:lpstr>
      <vt:lpstr>TECHNICAL APPROACH</vt:lpstr>
      <vt:lpstr>FEASIBILITY AND VIABILITY</vt:lpstr>
      <vt:lpstr>IMPACT AND BENEFITS</vt:lpstr>
      <vt:lpstr>RESEARCH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mrmanishray2006@gmail.com</cp:lastModifiedBy>
  <cp:revision>5</cp:revision>
  <dcterms:created xsi:type="dcterms:W3CDTF">2026-08-31T06:08:57Z</dcterms:created>
  <dcterms:modified xsi:type="dcterms:W3CDTF">2026-09-27T06:47:07Z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2026-08-28T00:00:00Z</vt:filetime>
  </property>
  <property fmtid="{D5CDD505-2E9C-101B-9397-08002B2CF9AE}" pid="4" name="Creator">
    <vt:lpwstr>Microsoft® PowerPoint® 2016</vt:lpwstr>
  </property>
  <property fmtid="{D5CDD505-2E9C-101B-9397-08002B2CF9AE}" pid="5" name="LastSaved">
    <vt:filetime>2026-08-31T00:00:00Z</vt:filetime>
  </property>
  <property fmtid="{D5CDD505-2E9C-101B-9397-08002B2CF9AE}" pid="6" name="Producer">
    <vt:lpwstr>www.ilovepdf.com</vt:lpwstr>
  </property>
</Properties>
</file>